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9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2" r:id="rId6"/>
    <p:sldId id="265" r:id="rId7"/>
    <p:sldId id="263" r:id="rId8"/>
    <p:sldId id="264" r:id="rId9"/>
  </p:sldIdLst>
  <p:sldSz cx="14630400" cy="8229600"/>
  <p:notesSz cx="8229600" cy="14630400"/>
  <p:embeddedFontLst>
    <p:embeddedFont>
      <p:font typeface="Nunito Semi Bold" pitchFamily="2" charset="77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3"/>
    <p:restoredTop sz="95958"/>
  </p:normalViewPr>
  <p:slideViewPr>
    <p:cSldViewPr snapToGrid="0" snapToObjects="1">
      <p:cViewPr>
        <p:scale>
          <a:sx n="67" d="100"/>
          <a:sy n="67" d="100"/>
        </p:scale>
        <p:origin x="144" y="8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AAA67D-A16B-4A47-BE76-35CC560818C4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8016326-526E-41FB-A5D6-D9C4A489F14C}">
      <dgm:prSet/>
      <dgm:spPr/>
      <dgm:t>
        <a:bodyPr/>
        <a:lstStyle/>
        <a:p>
          <a:r>
            <a:rPr lang="en-IN" b="1"/>
            <a:t>Identified Entities</a:t>
          </a:r>
          <a:endParaRPr lang="en-US"/>
        </a:p>
      </dgm:t>
    </dgm:pt>
    <dgm:pt modelId="{8FC08E7F-A9F0-4E7D-911A-A50731B3FD9F}" type="parTrans" cxnId="{610CE532-ADB8-447A-B6AF-DCBB766A3E19}">
      <dgm:prSet/>
      <dgm:spPr/>
      <dgm:t>
        <a:bodyPr/>
        <a:lstStyle/>
        <a:p>
          <a:endParaRPr lang="en-US"/>
        </a:p>
      </dgm:t>
    </dgm:pt>
    <dgm:pt modelId="{CED08876-9147-4D14-A806-B601260515A7}" type="sibTrans" cxnId="{610CE532-ADB8-447A-B6AF-DCBB766A3E19}">
      <dgm:prSet/>
      <dgm:spPr/>
      <dgm:t>
        <a:bodyPr/>
        <a:lstStyle/>
        <a:p>
          <a:endParaRPr lang="en-US"/>
        </a:p>
      </dgm:t>
    </dgm:pt>
    <dgm:pt modelId="{AF10940B-02F6-48FF-B50F-FED6D6C5515B}">
      <dgm:prSet/>
      <dgm:spPr/>
      <dgm:t>
        <a:bodyPr/>
        <a:lstStyle/>
        <a:p>
          <a:r>
            <a:rPr lang="en-IN"/>
            <a:t>Student</a:t>
          </a:r>
          <a:endParaRPr lang="en-US"/>
        </a:p>
      </dgm:t>
    </dgm:pt>
    <dgm:pt modelId="{B955D1F8-BBD9-48A1-8705-0453585AD3B7}" type="parTrans" cxnId="{5FA48BC0-6485-4BF0-8A88-FF0EC7182AC8}">
      <dgm:prSet/>
      <dgm:spPr/>
      <dgm:t>
        <a:bodyPr/>
        <a:lstStyle/>
        <a:p>
          <a:endParaRPr lang="en-US"/>
        </a:p>
      </dgm:t>
    </dgm:pt>
    <dgm:pt modelId="{5742BDAC-F58D-4EC2-9144-BA1B4E44C8E6}" type="sibTrans" cxnId="{5FA48BC0-6485-4BF0-8A88-FF0EC7182AC8}">
      <dgm:prSet/>
      <dgm:spPr/>
      <dgm:t>
        <a:bodyPr/>
        <a:lstStyle/>
        <a:p>
          <a:endParaRPr lang="en-US"/>
        </a:p>
      </dgm:t>
    </dgm:pt>
    <dgm:pt modelId="{C48F8889-A244-48B4-B10A-688FAF238F6F}">
      <dgm:prSet/>
      <dgm:spPr/>
      <dgm:t>
        <a:bodyPr/>
        <a:lstStyle/>
        <a:p>
          <a:r>
            <a:rPr lang="en-IN"/>
            <a:t>Company</a:t>
          </a:r>
          <a:endParaRPr lang="en-US"/>
        </a:p>
      </dgm:t>
    </dgm:pt>
    <dgm:pt modelId="{3517A1AC-AA81-4B10-A434-B4BEA7357FB8}" type="parTrans" cxnId="{3FF5123E-FEE8-43DB-80F2-29CAE71E3E87}">
      <dgm:prSet/>
      <dgm:spPr/>
      <dgm:t>
        <a:bodyPr/>
        <a:lstStyle/>
        <a:p>
          <a:endParaRPr lang="en-US"/>
        </a:p>
      </dgm:t>
    </dgm:pt>
    <dgm:pt modelId="{2268737C-A3F6-41AC-B22B-609AF3E05A39}" type="sibTrans" cxnId="{3FF5123E-FEE8-43DB-80F2-29CAE71E3E87}">
      <dgm:prSet/>
      <dgm:spPr/>
      <dgm:t>
        <a:bodyPr/>
        <a:lstStyle/>
        <a:p>
          <a:endParaRPr lang="en-US"/>
        </a:p>
      </dgm:t>
    </dgm:pt>
    <dgm:pt modelId="{4219A2DD-099D-4042-8DF9-39D40B8A68DD}">
      <dgm:prSet/>
      <dgm:spPr/>
      <dgm:t>
        <a:bodyPr/>
        <a:lstStyle/>
        <a:p>
          <a:r>
            <a:rPr lang="en-IN"/>
            <a:t>JobRole</a:t>
          </a:r>
          <a:endParaRPr lang="en-US"/>
        </a:p>
      </dgm:t>
    </dgm:pt>
    <dgm:pt modelId="{DD0D63FB-42A5-46C7-A3AE-793B0080559C}" type="parTrans" cxnId="{43BD4E0B-CB1F-4F13-9345-849EAF508BD6}">
      <dgm:prSet/>
      <dgm:spPr/>
      <dgm:t>
        <a:bodyPr/>
        <a:lstStyle/>
        <a:p>
          <a:endParaRPr lang="en-US"/>
        </a:p>
      </dgm:t>
    </dgm:pt>
    <dgm:pt modelId="{DCA21BE2-9471-466B-BC7E-0EF39CD9A87E}" type="sibTrans" cxnId="{43BD4E0B-CB1F-4F13-9345-849EAF508BD6}">
      <dgm:prSet/>
      <dgm:spPr/>
      <dgm:t>
        <a:bodyPr/>
        <a:lstStyle/>
        <a:p>
          <a:endParaRPr lang="en-US"/>
        </a:p>
      </dgm:t>
    </dgm:pt>
    <dgm:pt modelId="{B3E89DC1-DD8C-4E8B-BAFC-28C06F55DE20}">
      <dgm:prSet/>
      <dgm:spPr/>
      <dgm:t>
        <a:bodyPr/>
        <a:lstStyle/>
        <a:p>
          <a:r>
            <a:rPr lang="en-IN"/>
            <a:t>Application (Bridge Table)</a:t>
          </a:r>
          <a:endParaRPr lang="en-US"/>
        </a:p>
      </dgm:t>
    </dgm:pt>
    <dgm:pt modelId="{AF419A91-4DB0-4221-AEC0-475FD4830B25}" type="parTrans" cxnId="{FEB0FAB8-C08E-484A-9624-5C19C42E2691}">
      <dgm:prSet/>
      <dgm:spPr/>
      <dgm:t>
        <a:bodyPr/>
        <a:lstStyle/>
        <a:p>
          <a:endParaRPr lang="en-US"/>
        </a:p>
      </dgm:t>
    </dgm:pt>
    <dgm:pt modelId="{6191EC7E-B4CE-4997-A11D-BA7E9BEA7A65}" type="sibTrans" cxnId="{FEB0FAB8-C08E-484A-9624-5C19C42E2691}">
      <dgm:prSet/>
      <dgm:spPr/>
      <dgm:t>
        <a:bodyPr/>
        <a:lstStyle/>
        <a:p>
          <a:endParaRPr lang="en-US"/>
        </a:p>
      </dgm:t>
    </dgm:pt>
    <dgm:pt modelId="{57617A60-4364-4FCA-A146-27DAD974DF58}">
      <dgm:prSet/>
      <dgm:spPr/>
      <dgm:t>
        <a:bodyPr/>
        <a:lstStyle/>
        <a:p>
          <a:r>
            <a:rPr lang="en-IN"/>
            <a:t>Department</a:t>
          </a:r>
          <a:endParaRPr lang="en-US"/>
        </a:p>
      </dgm:t>
    </dgm:pt>
    <dgm:pt modelId="{E48148E7-1BC6-4E2E-B1C1-587A34C929F2}" type="parTrans" cxnId="{6333BC97-94F7-40B6-881F-110CF98E864B}">
      <dgm:prSet/>
      <dgm:spPr/>
      <dgm:t>
        <a:bodyPr/>
        <a:lstStyle/>
        <a:p>
          <a:endParaRPr lang="en-US"/>
        </a:p>
      </dgm:t>
    </dgm:pt>
    <dgm:pt modelId="{BD589B10-0A88-49EA-804D-7A8FEA0D0A2B}" type="sibTrans" cxnId="{6333BC97-94F7-40B6-881F-110CF98E864B}">
      <dgm:prSet/>
      <dgm:spPr/>
      <dgm:t>
        <a:bodyPr/>
        <a:lstStyle/>
        <a:p>
          <a:endParaRPr lang="en-US"/>
        </a:p>
      </dgm:t>
    </dgm:pt>
    <dgm:pt modelId="{26BBD056-7CB2-4F37-BA3B-E7AD7BF38628}">
      <dgm:prSet/>
      <dgm:spPr/>
      <dgm:t>
        <a:bodyPr/>
        <a:lstStyle/>
        <a:p>
          <a:r>
            <a:rPr lang="en-IN" b="1"/>
            <a:t>Relationships</a:t>
          </a:r>
          <a:endParaRPr lang="en-US"/>
        </a:p>
      </dgm:t>
    </dgm:pt>
    <dgm:pt modelId="{3A4E792C-3F5B-48C3-A36D-60C6D23E65CB}" type="parTrans" cxnId="{A04CEC34-7FE9-48E3-AC6E-933C5F5E44A6}">
      <dgm:prSet/>
      <dgm:spPr/>
      <dgm:t>
        <a:bodyPr/>
        <a:lstStyle/>
        <a:p>
          <a:endParaRPr lang="en-US"/>
        </a:p>
      </dgm:t>
    </dgm:pt>
    <dgm:pt modelId="{A2573D42-AB12-4733-B6A8-AD6E1D515BE3}" type="sibTrans" cxnId="{A04CEC34-7FE9-48E3-AC6E-933C5F5E44A6}">
      <dgm:prSet/>
      <dgm:spPr/>
      <dgm:t>
        <a:bodyPr/>
        <a:lstStyle/>
        <a:p>
          <a:endParaRPr lang="en-US"/>
        </a:p>
      </dgm:t>
    </dgm:pt>
    <dgm:pt modelId="{9949D38E-D8CB-41A5-8156-EC1F0D3BAEBE}">
      <dgm:prSet/>
      <dgm:spPr/>
      <dgm:t>
        <a:bodyPr/>
        <a:lstStyle/>
        <a:p>
          <a:r>
            <a:rPr lang="en-IN"/>
            <a:t>Department → Student (1:N)</a:t>
          </a:r>
          <a:endParaRPr lang="en-US"/>
        </a:p>
      </dgm:t>
    </dgm:pt>
    <dgm:pt modelId="{8D301AA7-61F4-4849-B05A-9DBF5945C55C}" type="parTrans" cxnId="{600D3759-F5B6-4691-9CEE-1E60B70DC661}">
      <dgm:prSet/>
      <dgm:spPr/>
      <dgm:t>
        <a:bodyPr/>
        <a:lstStyle/>
        <a:p>
          <a:endParaRPr lang="en-US"/>
        </a:p>
      </dgm:t>
    </dgm:pt>
    <dgm:pt modelId="{E8DEEC41-3B5E-4C3F-8113-B5E5963990C4}" type="sibTrans" cxnId="{600D3759-F5B6-4691-9CEE-1E60B70DC661}">
      <dgm:prSet/>
      <dgm:spPr/>
      <dgm:t>
        <a:bodyPr/>
        <a:lstStyle/>
        <a:p>
          <a:endParaRPr lang="en-US"/>
        </a:p>
      </dgm:t>
    </dgm:pt>
    <dgm:pt modelId="{32A22192-0E60-46B6-AAAC-33E9E6ED48EE}">
      <dgm:prSet/>
      <dgm:spPr/>
      <dgm:t>
        <a:bodyPr/>
        <a:lstStyle/>
        <a:p>
          <a:r>
            <a:rPr lang="en-IN"/>
            <a:t>Company → JobRole (1:N)</a:t>
          </a:r>
          <a:endParaRPr lang="en-US"/>
        </a:p>
      </dgm:t>
    </dgm:pt>
    <dgm:pt modelId="{F7221CB8-0400-4C3A-9882-00DC1ACF0C14}" type="parTrans" cxnId="{2B2F60E2-C4A1-4E98-AA94-00637961156C}">
      <dgm:prSet/>
      <dgm:spPr/>
      <dgm:t>
        <a:bodyPr/>
        <a:lstStyle/>
        <a:p>
          <a:endParaRPr lang="en-US"/>
        </a:p>
      </dgm:t>
    </dgm:pt>
    <dgm:pt modelId="{B9BEEEAF-504B-4646-A25B-6639F074920B}" type="sibTrans" cxnId="{2B2F60E2-C4A1-4E98-AA94-00637961156C}">
      <dgm:prSet/>
      <dgm:spPr/>
      <dgm:t>
        <a:bodyPr/>
        <a:lstStyle/>
        <a:p>
          <a:endParaRPr lang="en-US"/>
        </a:p>
      </dgm:t>
    </dgm:pt>
    <dgm:pt modelId="{0D86FE2A-8242-40F3-BEC4-7AA28EA64EEF}">
      <dgm:prSet/>
      <dgm:spPr/>
      <dgm:t>
        <a:bodyPr/>
        <a:lstStyle/>
        <a:p>
          <a:r>
            <a:rPr lang="en-IN"/>
            <a:t>Student ↔ JobRole (M:N)</a:t>
          </a:r>
          <a:br>
            <a:rPr lang="en-IN"/>
          </a:br>
          <a:r>
            <a:rPr lang="en-IN"/>
            <a:t>(Resolved using </a:t>
          </a:r>
          <a:r>
            <a:rPr lang="en-IN" b="1"/>
            <a:t>Application</a:t>
          </a:r>
          <a:r>
            <a:rPr lang="en-IN"/>
            <a:t> table)</a:t>
          </a:r>
          <a:endParaRPr lang="en-US"/>
        </a:p>
      </dgm:t>
    </dgm:pt>
    <dgm:pt modelId="{F5C57A36-A9F4-4873-9B70-ABB140C13494}" type="parTrans" cxnId="{0921B2B3-1C4A-4321-9CFE-687E0C4F5CC5}">
      <dgm:prSet/>
      <dgm:spPr/>
      <dgm:t>
        <a:bodyPr/>
        <a:lstStyle/>
        <a:p>
          <a:endParaRPr lang="en-US"/>
        </a:p>
      </dgm:t>
    </dgm:pt>
    <dgm:pt modelId="{DE7537F8-8BFD-478A-8B72-6482783AF9C8}" type="sibTrans" cxnId="{0921B2B3-1C4A-4321-9CFE-687E0C4F5CC5}">
      <dgm:prSet/>
      <dgm:spPr/>
      <dgm:t>
        <a:bodyPr/>
        <a:lstStyle/>
        <a:p>
          <a:endParaRPr lang="en-US"/>
        </a:p>
      </dgm:t>
    </dgm:pt>
    <dgm:pt modelId="{1C9BA2EE-F400-4B1C-BA1D-AA6C78B412EE}">
      <dgm:prSet/>
      <dgm:spPr/>
      <dgm:t>
        <a:bodyPr/>
        <a:lstStyle/>
        <a:p>
          <a:r>
            <a:rPr lang="en-IN" b="1"/>
            <a:t>Key Design Elements</a:t>
          </a:r>
          <a:endParaRPr lang="en-US"/>
        </a:p>
      </dgm:t>
    </dgm:pt>
    <dgm:pt modelId="{6BB81EED-F5B0-41BC-8F48-F58EFA7FD2F2}" type="parTrans" cxnId="{405F8007-ACF5-4B89-BD07-1AA55BFA5EE9}">
      <dgm:prSet/>
      <dgm:spPr/>
      <dgm:t>
        <a:bodyPr/>
        <a:lstStyle/>
        <a:p>
          <a:endParaRPr lang="en-US"/>
        </a:p>
      </dgm:t>
    </dgm:pt>
    <dgm:pt modelId="{FC67E73F-2A69-414F-AE05-8974409203ED}" type="sibTrans" cxnId="{405F8007-ACF5-4B89-BD07-1AA55BFA5EE9}">
      <dgm:prSet/>
      <dgm:spPr/>
      <dgm:t>
        <a:bodyPr/>
        <a:lstStyle/>
        <a:p>
          <a:endParaRPr lang="en-US"/>
        </a:p>
      </dgm:t>
    </dgm:pt>
    <dgm:pt modelId="{24159A27-D753-494C-9CF5-863FBADF9197}">
      <dgm:prSet/>
      <dgm:spPr/>
      <dgm:t>
        <a:bodyPr/>
        <a:lstStyle/>
        <a:p>
          <a:r>
            <a:rPr lang="en-IN"/>
            <a:t>Primary Keys for each entity</a:t>
          </a:r>
          <a:endParaRPr lang="en-US"/>
        </a:p>
      </dgm:t>
    </dgm:pt>
    <dgm:pt modelId="{A79BF2F4-8A46-40AB-AEA8-CA562F4EF005}" type="parTrans" cxnId="{F8B4CA7A-172F-42C1-B2D5-2DA4071BC99A}">
      <dgm:prSet/>
      <dgm:spPr/>
      <dgm:t>
        <a:bodyPr/>
        <a:lstStyle/>
        <a:p>
          <a:endParaRPr lang="en-US"/>
        </a:p>
      </dgm:t>
    </dgm:pt>
    <dgm:pt modelId="{EB38A01D-9DF4-4D14-A9BF-8DA6767D5280}" type="sibTrans" cxnId="{F8B4CA7A-172F-42C1-B2D5-2DA4071BC99A}">
      <dgm:prSet/>
      <dgm:spPr/>
      <dgm:t>
        <a:bodyPr/>
        <a:lstStyle/>
        <a:p>
          <a:endParaRPr lang="en-US"/>
        </a:p>
      </dgm:t>
    </dgm:pt>
    <dgm:pt modelId="{3C01FFB6-0946-4E14-A3FB-42F7F4B43625}">
      <dgm:prSet/>
      <dgm:spPr/>
      <dgm:t>
        <a:bodyPr/>
        <a:lstStyle/>
        <a:p>
          <a:r>
            <a:rPr lang="en-IN"/>
            <a:t>Foreign Keys to maintain relationships</a:t>
          </a:r>
          <a:endParaRPr lang="en-US"/>
        </a:p>
      </dgm:t>
    </dgm:pt>
    <dgm:pt modelId="{EE490771-8776-45A8-8410-E4D3E4BCC731}" type="parTrans" cxnId="{D90D9764-27B7-4C38-86F0-87F006AB64E5}">
      <dgm:prSet/>
      <dgm:spPr/>
      <dgm:t>
        <a:bodyPr/>
        <a:lstStyle/>
        <a:p>
          <a:endParaRPr lang="en-US"/>
        </a:p>
      </dgm:t>
    </dgm:pt>
    <dgm:pt modelId="{CDA16CCD-99F3-40FF-B546-B7D33DAC55A0}" type="sibTrans" cxnId="{D90D9764-27B7-4C38-86F0-87F006AB64E5}">
      <dgm:prSet/>
      <dgm:spPr/>
      <dgm:t>
        <a:bodyPr/>
        <a:lstStyle/>
        <a:p>
          <a:endParaRPr lang="en-US"/>
        </a:p>
      </dgm:t>
    </dgm:pt>
    <dgm:pt modelId="{1C0363E0-68D0-4714-9C9A-EDCBA201F3AD}">
      <dgm:prSet/>
      <dgm:spPr/>
      <dgm:t>
        <a:bodyPr/>
        <a:lstStyle/>
        <a:p>
          <a:r>
            <a:rPr lang="en-IN"/>
            <a:t>Composite Key in Application table</a:t>
          </a:r>
          <a:endParaRPr lang="en-US"/>
        </a:p>
      </dgm:t>
    </dgm:pt>
    <dgm:pt modelId="{2FF79F5D-4350-40BF-8DBB-A6E8B93A5F2A}" type="parTrans" cxnId="{4AFE700D-9AAE-40D8-B81E-F5E1BC80E3CC}">
      <dgm:prSet/>
      <dgm:spPr/>
      <dgm:t>
        <a:bodyPr/>
        <a:lstStyle/>
        <a:p>
          <a:endParaRPr lang="en-US"/>
        </a:p>
      </dgm:t>
    </dgm:pt>
    <dgm:pt modelId="{2BC08824-FDC9-4F43-9313-C07A1942D265}" type="sibTrans" cxnId="{4AFE700D-9AAE-40D8-B81E-F5E1BC80E3CC}">
      <dgm:prSet/>
      <dgm:spPr/>
      <dgm:t>
        <a:bodyPr/>
        <a:lstStyle/>
        <a:p>
          <a:endParaRPr lang="en-US"/>
        </a:p>
      </dgm:t>
    </dgm:pt>
    <dgm:pt modelId="{9F49FC42-A40C-D043-8C48-EDC80D7261EA}" type="pres">
      <dgm:prSet presAssocID="{E3AAA67D-A16B-4A47-BE76-35CC560818C4}" presName="Name0" presStyleCnt="0">
        <dgm:presLayoutVars>
          <dgm:dir/>
          <dgm:animLvl val="lvl"/>
          <dgm:resizeHandles val="exact"/>
        </dgm:presLayoutVars>
      </dgm:prSet>
      <dgm:spPr/>
    </dgm:pt>
    <dgm:pt modelId="{8C4C8108-3CC1-5E43-92A1-DB10909D274F}" type="pres">
      <dgm:prSet presAssocID="{18016326-526E-41FB-A5D6-D9C4A489F14C}" presName="composite" presStyleCnt="0"/>
      <dgm:spPr/>
    </dgm:pt>
    <dgm:pt modelId="{ABDB64E1-D97F-A041-A172-30B50823B529}" type="pres">
      <dgm:prSet presAssocID="{18016326-526E-41FB-A5D6-D9C4A489F14C}" presName="parTx" presStyleLbl="alignNode1" presStyleIdx="0" presStyleCnt="3">
        <dgm:presLayoutVars>
          <dgm:chMax val="0"/>
          <dgm:chPref val="0"/>
        </dgm:presLayoutVars>
      </dgm:prSet>
      <dgm:spPr/>
    </dgm:pt>
    <dgm:pt modelId="{5430489F-4582-C340-97F6-F76902B6E7E6}" type="pres">
      <dgm:prSet presAssocID="{18016326-526E-41FB-A5D6-D9C4A489F14C}" presName="desTx" presStyleLbl="alignAccFollowNode1" presStyleIdx="0" presStyleCnt="3">
        <dgm:presLayoutVars/>
      </dgm:prSet>
      <dgm:spPr/>
    </dgm:pt>
    <dgm:pt modelId="{EF0726BE-E6AF-4C47-BB00-468D13691C66}" type="pres">
      <dgm:prSet presAssocID="{CED08876-9147-4D14-A806-B601260515A7}" presName="space" presStyleCnt="0"/>
      <dgm:spPr/>
    </dgm:pt>
    <dgm:pt modelId="{15FDDE75-6E6F-9E4B-9956-935D8E6D58AD}" type="pres">
      <dgm:prSet presAssocID="{26BBD056-7CB2-4F37-BA3B-E7AD7BF38628}" presName="composite" presStyleCnt="0"/>
      <dgm:spPr/>
    </dgm:pt>
    <dgm:pt modelId="{350D411D-0313-8B4B-A7A0-E419ADCADDDB}" type="pres">
      <dgm:prSet presAssocID="{26BBD056-7CB2-4F37-BA3B-E7AD7BF38628}" presName="parTx" presStyleLbl="alignNode1" presStyleIdx="1" presStyleCnt="3">
        <dgm:presLayoutVars>
          <dgm:chMax val="0"/>
          <dgm:chPref val="0"/>
        </dgm:presLayoutVars>
      </dgm:prSet>
      <dgm:spPr/>
    </dgm:pt>
    <dgm:pt modelId="{311D6E78-8709-3B40-AB69-EB870F667A47}" type="pres">
      <dgm:prSet presAssocID="{26BBD056-7CB2-4F37-BA3B-E7AD7BF38628}" presName="desTx" presStyleLbl="alignAccFollowNode1" presStyleIdx="1" presStyleCnt="3">
        <dgm:presLayoutVars/>
      </dgm:prSet>
      <dgm:spPr/>
    </dgm:pt>
    <dgm:pt modelId="{15018176-A034-8C4A-AA79-586253C4C716}" type="pres">
      <dgm:prSet presAssocID="{A2573D42-AB12-4733-B6A8-AD6E1D515BE3}" presName="space" presStyleCnt="0"/>
      <dgm:spPr/>
    </dgm:pt>
    <dgm:pt modelId="{DF9FC6F9-051E-AE43-9C34-F2FA98412638}" type="pres">
      <dgm:prSet presAssocID="{1C9BA2EE-F400-4B1C-BA1D-AA6C78B412EE}" presName="composite" presStyleCnt="0"/>
      <dgm:spPr/>
    </dgm:pt>
    <dgm:pt modelId="{40B6A162-297D-C849-A721-CBEDCC176B11}" type="pres">
      <dgm:prSet presAssocID="{1C9BA2EE-F400-4B1C-BA1D-AA6C78B412EE}" presName="parTx" presStyleLbl="alignNode1" presStyleIdx="2" presStyleCnt="3">
        <dgm:presLayoutVars>
          <dgm:chMax val="0"/>
          <dgm:chPref val="0"/>
        </dgm:presLayoutVars>
      </dgm:prSet>
      <dgm:spPr/>
    </dgm:pt>
    <dgm:pt modelId="{BD01B47E-94D6-D444-A120-9118BE66DB83}" type="pres">
      <dgm:prSet presAssocID="{1C9BA2EE-F400-4B1C-BA1D-AA6C78B412EE}" presName="desTx" presStyleLbl="alignAccFollowNode1" presStyleIdx="2" presStyleCnt="3">
        <dgm:presLayoutVars/>
      </dgm:prSet>
      <dgm:spPr/>
    </dgm:pt>
  </dgm:ptLst>
  <dgm:cxnLst>
    <dgm:cxn modelId="{5B8FEE04-1F87-B243-B772-C1660F07962D}" type="presOf" srcId="{18016326-526E-41FB-A5D6-D9C4A489F14C}" destId="{ABDB64E1-D97F-A041-A172-30B50823B529}" srcOrd="0" destOrd="0" presId="urn:microsoft.com/office/officeart/2016/7/layout/ChevronBlockProcess"/>
    <dgm:cxn modelId="{405F8007-ACF5-4B89-BD07-1AA55BFA5EE9}" srcId="{E3AAA67D-A16B-4A47-BE76-35CC560818C4}" destId="{1C9BA2EE-F400-4B1C-BA1D-AA6C78B412EE}" srcOrd="2" destOrd="0" parTransId="{6BB81EED-F5B0-41BC-8F48-F58EFA7FD2F2}" sibTransId="{FC67E73F-2A69-414F-AE05-8974409203ED}"/>
    <dgm:cxn modelId="{43BD4E0B-CB1F-4F13-9345-849EAF508BD6}" srcId="{18016326-526E-41FB-A5D6-D9C4A489F14C}" destId="{4219A2DD-099D-4042-8DF9-39D40B8A68DD}" srcOrd="2" destOrd="0" parTransId="{DD0D63FB-42A5-46C7-A3AE-793B0080559C}" sibTransId="{DCA21BE2-9471-466B-BC7E-0EF39CD9A87E}"/>
    <dgm:cxn modelId="{4AFE700D-9AAE-40D8-B81E-F5E1BC80E3CC}" srcId="{1C9BA2EE-F400-4B1C-BA1D-AA6C78B412EE}" destId="{1C0363E0-68D0-4714-9C9A-EDCBA201F3AD}" srcOrd="2" destOrd="0" parTransId="{2FF79F5D-4350-40BF-8DBB-A6E8B93A5F2A}" sibTransId="{2BC08824-FDC9-4F43-9313-C07A1942D265}"/>
    <dgm:cxn modelId="{68B59012-DD6B-654F-A885-604FB20B2068}" type="presOf" srcId="{26BBD056-7CB2-4F37-BA3B-E7AD7BF38628}" destId="{350D411D-0313-8B4B-A7A0-E419ADCADDDB}" srcOrd="0" destOrd="0" presId="urn:microsoft.com/office/officeart/2016/7/layout/ChevronBlockProcess"/>
    <dgm:cxn modelId="{610CE532-ADB8-447A-B6AF-DCBB766A3E19}" srcId="{E3AAA67D-A16B-4A47-BE76-35CC560818C4}" destId="{18016326-526E-41FB-A5D6-D9C4A489F14C}" srcOrd="0" destOrd="0" parTransId="{8FC08E7F-A9F0-4E7D-911A-A50731B3FD9F}" sibTransId="{CED08876-9147-4D14-A806-B601260515A7}"/>
    <dgm:cxn modelId="{A04CEC34-7FE9-48E3-AC6E-933C5F5E44A6}" srcId="{E3AAA67D-A16B-4A47-BE76-35CC560818C4}" destId="{26BBD056-7CB2-4F37-BA3B-E7AD7BF38628}" srcOrd="1" destOrd="0" parTransId="{3A4E792C-3F5B-48C3-A36D-60C6D23E65CB}" sibTransId="{A2573D42-AB12-4733-B6A8-AD6E1D515BE3}"/>
    <dgm:cxn modelId="{0260B636-0CB5-354A-9AC4-0D4202359146}" type="presOf" srcId="{1C9BA2EE-F400-4B1C-BA1D-AA6C78B412EE}" destId="{40B6A162-297D-C849-A721-CBEDCC176B11}" srcOrd="0" destOrd="0" presId="urn:microsoft.com/office/officeart/2016/7/layout/ChevronBlockProcess"/>
    <dgm:cxn modelId="{3FF5123E-FEE8-43DB-80F2-29CAE71E3E87}" srcId="{18016326-526E-41FB-A5D6-D9C4A489F14C}" destId="{C48F8889-A244-48B4-B10A-688FAF238F6F}" srcOrd="1" destOrd="0" parTransId="{3517A1AC-AA81-4B10-A434-B4BEA7357FB8}" sibTransId="{2268737C-A3F6-41AC-B22B-609AF3E05A39}"/>
    <dgm:cxn modelId="{AE516C3F-7F6E-7241-9D08-B54DBA3FF77D}" type="presOf" srcId="{C48F8889-A244-48B4-B10A-688FAF238F6F}" destId="{5430489F-4582-C340-97F6-F76902B6E7E6}" srcOrd="0" destOrd="1" presId="urn:microsoft.com/office/officeart/2016/7/layout/ChevronBlockProcess"/>
    <dgm:cxn modelId="{00C93444-27C5-824C-A691-9974E7333A4B}" type="presOf" srcId="{32A22192-0E60-46B6-AAAC-33E9E6ED48EE}" destId="{311D6E78-8709-3B40-AB69-EB870F667A47}" srcOrd="0" destOrd="1" presId="urn:microsoft.com/office/officeart/2016/7/layout/ChevronBlockProcess"/>
    <dgm:cxn modelId="{AA3CE355-0DBF-134A-9DD6-91E4A6FDF6D1}" type="presOf" srcId="{24159A27-D753-494C-9CF5-863FBADF9197}" destId="{BD01B47E-94D6-D444-A120-9118BE66DB83}" srcOrd="0" destOrd="0" presId="urn:microsoft.com/office/officeart/2016/7/layout/ChevronBlockProcess"/>
    <dgm:cxn modelId="{600D3759-F5B6-4691-9CEE-1E60B70DC661}" srcId="{26BBD056-7CB2-4F37-BA3B-E7AD7BF38628}" destId="{9949D38E-D8CB-41A5-8156-EC1F0D3BAEBE}" srcOrd="0" destOrd="0" parTransId="{8D301AA7-61F4-4849-B05A-9DBF5945C55C}" sibTransId="{E8DEEC41-3B5E-4C3F-8113-B5E5963990C4}"/>
    <dgm:cxn modelId="{F5249E59-E7AB-C842-A1D0-3BD8E263B923}" type="presOf" srcId="{E3AAA67D-A16B-4A47-BE76-35CC560818C4}" destId="{9F49FC42-A40C-D043-8C48-EDC80D7261EA}" srcOrd="0" destOrd="0" presId="urn:microsoft.com/office/officeart/2016/7/layout/ChevronBlockProcess"/>
    <dgm:cxn modelId="{D90D9764-27B7-4C38-86F0-87F006AB64E5}" srcId="{1C9BA2EE-F400-4B1C-BA1D-AA6C78B412EE}" destId="{3C01FFB6-0946-4E14-A3FB-42F7F4B43625}" srcOrd="1" destOrd="0" parTransId="{EE490771-8776-45A8-8410-E4D3E4BCC731}" sibTransId="{CDA16CCD-99F3-40FF-B546-B7D33DAC55A0}"/>
    <dgm:cxn modelId="{CE5CB779-2EFA-F94E-83B8-1EC7D7CD96B5}" type="presOf" srcId="{1C0363E0-68D0-4714-9C9A-EDCBA201F3AD}" destId="{BD01B47E-94D6-D444-A120-9118BE66DB83}" srcOrd="0" destOrd="2" presId="urn:microsoft.com/office/officeart/2016/7/layout/ChevronBlockProcess"/>
    <dgm:cxn modelId="{F8B4CA7A-172F-42C1-B2D5-2DA4071BC99A}" srcId="{1C9BA2EE-F400-4B1C-BA1D-AA6C78B412EE}" destId="{24159A27-D753-494C-9CF5-863FBADF9197}" srcOrd="0" destOrd="0" parTransId="{A79BF2F4-8A46-40AB-AEA8-CA562F4EF005}" sibTransId="{EB38A01D-9DF4-4D14-A9BF-8DA6767D5280}"/>
    <dgm:cxn modelId="{5F38E37A-D801-2441-897A-46D4CA985551}" type="presOf" srcId="{4219A2DD-099D-4042-8DF9-39D40B8A68DD}" destId="{5430489F-4582-C340-97F6-F76902B6E7E6}" srcOrd="0" destOrd="2" presId="urn:microsoft.com/office/officeart/2016/7/layout/ChevronBlockProcess"/>
    <dgm:cxn modelId="{3421CC8A-1B35-064B-AF24-A12F3A17A3BE}" type="presOf" srcId="{AF10940B-02F6-48FF-B50F-FED6D6C5515B}" destId="{5430489F-4582-C340-97F6-F76902B6E7E6}" srcOrd="0" destOrd="0" presId="urn:microsoft.com/office/officeart/2016/7/layout/ChevronBlockProcess"/>
    <dgm:cxn modelId="{6333BC97-94F7-40B6-881F-110CF98E864B}" srcId="{18016326-526E-41FB-A5D6-D9C4A489F14C}" destId="{57617A60-4364-4FCA-A146-27DAD974DF58}" srcOrd="4" destOrd="0" parTransId="{E48148E7-1BC6-4E2E-B1C1-587A34C929F2}" sibTransId="{BD589B10-0A88-49EA-804D-7A8FEA0D0A2B}"/>
    <dgm:cxn modelId="{1EEDB2A1-AF19-F543-AB9A-D2BE5CCE028C}" type="presOf" srcId="{57617A60-4364-4FCA-A146-27DAD974DF58}" destId="{5430489F-4582-C340-97F6-F76902B6E7E6}" srcOrd="0" destOrd="4" presId="urn:microsoft.com/office/officeart/2016/7/layout/ChevronBlockProcess"/>
    <dgm:cxn modelId="{0921B2B3-1C4A-4321-9CFE-687E0C4F5CC5}" srcId="{26BBD056-7CB2-4F37-BA3B-E7AD7BF38628}" destId="{0D86FE2A-8242-40F3-BEC4-7AA28EA64EEF}" srcOrd="2" destOrd="0" parTransId="{F5C57A36-A9F4-4873-9B70-ABB140C13494}" sibTransId="{DE7537F8-8BFD-478A-8B72-6482783AF9C8}"/>
    <dgm:cxn modelId="{FEB0FAB8-C08E-484A-9624-5C19C42E2691}" srcId="{18016326-526E-41FB-A5D6-D9C4A489F14C}" destId="{B3E89DC1-DD8C-4E8B-BAFC-28C06F55DE20}" srcOrd="3" destOrd="0" parTransId="{AF419A91-4DB0-4221-AEC0-475FD4830B25}" sibTransId="{6191EC7E-B4CE-4997-A11D-BA7E9BEA7A65}"/>
    <dgm:cxn modelId="{5FA48BC0-6485-4BF0-8A88-FF0EC7182AC8}" srcId="{18016326-526E-41FB-A5D6-D9C4A489F14C}" destId="{AF10940B-02F6-48FF-B50F-FED6D6C5515B}" srcOrd="0" destOrd="0" parTransId="{B955D1F8-BBD9-48A1-8705-0453585AD3B7}" sibTransId="{5742BDAC-F58D-4EC2-9144-BA1B4E44C8E6}"/>
    <dgm:cxn modelId="{DE925DC5-845F-7B40-8D84-C86CC2133458}" type="presOf" srcId="{0D86FE2A-8242-40F3-BEC4-7AA28EA64EEF}" destId="{311D6E78-8709-3B40-AB69-EB870F667A47}" srcOrd="0" destOrd="2" presId="urn:microsoft.com/office/officeart/2016/7/layout/ChevronBlockProcess"/>
    <dgm:cxn modelId="{EF4556E2-593B-FA4C-99F3-5E6E0DD1A899}" type="presOf" srcId="{9949D38E-D8CB-41A5-8156-EC1F0D3BAEBE}" destId="{311D6E78-8709-3B40-AB69-EB870F667A47}" srcOrd="0" destOrd="0" presId="urn:microsoft.com/office/officeart/2016/7/layout/ChevronBlockProcess"/>
    <dgm:cxn modelId="{2B2F60E2-C4A1-4E98-AA94-00637961156C}" srcId="{26BBD056-7CB2-4F37-BA3B-E7AD7BF38628}" destId="{32A22192-0E60-46B6-AAAC-33E9E6ED48EE}" srcOrd="1" destOrd="0" parTransId="{F7221CB8-0400-4C3A-9882-00DC1ACF0C14}" sibTransId="{B9BEEEAF-504B-4646-A25B-6639F074920B}"/>
    <dgm:cxn modelId="{6DCAD2ED-D558-6846-8980-01BE878A17A4}" type="presOf" srcId="{3C01FFB6-0946-4E14-A3FB-42F7F4B43625}" destId="{BD01B47E-94D6-D444-A120-9118BE66DB83}" srcOrd="0" destOrd="1" presId="urn:microsoft.com/office/officeart/2016/7/layout/ChevronBlockProcess"/>
    <dgm:cxn modelId="{E11C3DF2-B16E-E64B-8791-F253389D4895}" type="presOf" srcId="{B3E89DC1-DD8C-4E8B-BAFC-28C06F55DE20}" destId="{5430489F-4582-C340-97F6-F76902B6E7E6}" srcOrd="0" destOrd="3" presId="urn:microsoft.com/office/officeart/2016/7/layout/ChevronBlockProcess"/>
    <dgm:cxn modelId="{1D3E5C42-D8F9-274A-84AF-854A6E60DAAC}" type="presParOf" srcId="{9F49FC42-A40C-D043-8C48-EDC80D7261EA}" destId="{8C4C8108-3CC1-5E43-92A1-DB10909D274F}" srcOrd="0" destOrd="0" presId="urn:microsoft.com/office/officeart/2016/7/layout/ChevronBlockProcess"/>
    <dgm:cxn modelId="{CD064BCE-93CD-9C4D-BEDF-0DECEDBE71F1}" type="presParOf" srcId="{8C4C8108-3CC1-5E43-92A1-DB10909D274F}" destId="{ABDB64E1-D97F-A041-A172-30B50823B529}" srcOrd="0" destOrd="0" presId="urn:microsoft.com/office/officeart/2016/7/layout/ChevronBlockProcess"/>
    <dgm:cxn modelId="{394DA6DF-A3BF-F84C-A8AE-AB1E6B129E4A}" type="presParOf" srcId="{8C4C8108-3CC1-5E43-92A1-DB10909D274F}" destId="{5430489F-4582-C340-97F6-F76902B6E7E6}" srcOrd="1" destOrd="0" presId="urn:microsoft.com/office/officeart/2016/7/layout/ChevronBlockProcess"/>
    <dgm:cxn modelId="{172CDA21-4479-0F48-A598-1FB689FDE3BA}" type="presParOf" srcId="{9F49FC42-A40C-D043-8C48-EDC80D7261EA}" destId="{EF0726BE-E6AF-4C47-BB00-468D13691C66}" srcOrd="1" destOrd="0" presId="urn:microsoft.com/office/officeart/2016/7/layout/ChevronBlockProcess"/>
    <dgm:cxn modelId="{29E4F509-DC34-5D4A-B361-3FAD2FA8BA67}" type="presParOf" srcId="{9F49FC42-A40C-D043-8C48-EDC80D7261EA}" destId="{15FDDE75-6E6F-9E4B-9956-935D8E6D58AD}" srcOrd="2" destOrd="0" presId="urn:microsoft.com/office/officeart/2016/7/layout/ChevronBlockProcess"/>
    <dgm:cxn modelId="{0756BCEE-1ABA-DE45-94AB-38FC93787CAF}" type="presParOf" srcId="{15FDDE75-6E6F-9E4B-9956-935D8E6D58AD}" destId="{350D411D-0313-8B4B-A7A0-E419ADCADDDB}" srcOrd="0" destOrd="0" presId="urn:microsoft.com/office/officeart/2016/7/layout/ChevronBlockProcess"/>
    <dgm:cxn modelId="{CF3AD2AA-8325-414B-9A65-165841B582A4}" type="presParOf" srcId="{15FDDE75-6E6F-9E4B-9956-935D8E6D58AD}" destId="{311D6E78-8709-3B40-AB69-EB870F667A47}" srcOrd="1" destOrd="0" presId="urn:microsoft.com/office/officeart/2016/7/layout/ChevronBlockProcess"/>
    <dgm:cxn modelId="{11253470-D179-E14E-881A-1DAB25BD4443}" type="presParOf" srcId="{9F49FC42-A40C-D043-8C48-EDC80D7261EA}" destId="{15018176-A034-8C4A-AA79-586253C4C716}" srcOrd="3" destOrd="0" presId="urn:microsoft.com/office/officeart/2016/7/layout/ChevronBlockProcess"/>
    <dgm:cxn modelId="{8CB8EE96-CDEB-EE4F-A9B0-114BEE30EC0C}" type="presParOf" srcId="{9F49FC42-A40C-D043-8C48-EDC80D7261EA}" destId="{DF9FC6F9-051E-AE43-9C34-F2FA98412638}" srcOrd="4" destOrd="0" presId="urn:microsoft.com/office/officeart/2016/7/layout/ChevronBlockProcess"/>
    <dgm:cxn modelId="{B5E0297B-B3B3-714F-AABB-5E2DD6D53A1D}" type="presParOf" srcId="{DF9FC6F9-051E-AE43-9C34-F2FA98412638}" destId="{40B6A162-297D-C849-A721-CBEDCC176B11}" srcOrd="0" destOrd="0" presId="urn:microsoft.com/office/officeart/2016/7/layout/ChevronBlockProcess"/>
    <dgm:cxn modelId="{086E264A-808A-0B4D-8D34-A09CDB9DF0F7}" type="presParOf" srcId="{DF9FC6F9-051E-AE43-9C34-F2FA98412638}" destId="{BD01B47E-94D6-D444-A120-9118BE66DB83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E98ABE-2C7A-4BCD-A15E-BC8F67482B8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A949C2A-552A-474F-9B74-12F1D4F22D84}">
      <dgm:prSet/>
      <dgm:spPr/>
      <dgm:t>
        <a:bodyPr/>
        <a:lstStyle/>
        <a:p>
          <a:r>
            <a:rPr lang="en-IN" b="1"/>
            <a:t>Constructed ER diagram with:</a:t>
          </a:r>
          <a:endParaRPr lang="en-US"/>
        </a:p>
      </dgm:t>
    </dgm:pt>
    <dgm:pt modelId="{C671E7A8-604B-4DDF-9C29-130B113B5D27}" type="parTrans" cxnId="{B2BDCFBD-230E-42F5-93FE-6A68493DFA87}">
      <dgm:prSet/>
      <dgm:spPr/>
      <dgm:t>
        <a:bodyPr/>
        <a:lstStyle/>
        <a:p>
          <a:endParaRPr lang="en-US"/>
        </a:p>
      </dgm:t>
    </dgm:pt>
    <dgm:pt modelId="{A341CA91-0614-4581-B9B5-1144F01DFCD2}" type="sibTrans" cxnId="{B2BDCFBD-230E-42F5-93FE-6A68493DFA87}">
      <dgm:prSet/>
      <dgm:spPr/>
      <dgm:t>
        <a:bodyPr/>
        <a:lstStyle/>
        <a:p>
          <a:endParaRPr lang="en-US"/>
        </a:p>
      </dgm:t>
    </dgm:pt>
    <dgm:pt modelId="{023CAC11-38BE-46BF-B053-6CCE182778B5}">
      <dgm:prSet/>
      <dgm:spPr/>
      <dgm:t>
        <a:bodyPr/>
        <a:lstStyle/>
        <a:p>
          <a:r>
            <a:rPr lang="en-IN"/>
            <a:t>• Entities</a:t>
          </a:r>
          <a:br>
            <a:rPr lang="en-IN"/>
          </a:br>
          <a:r>
            <a:rPr lang="en-IN"/>
            <a:t>• Attributes</a:t>
          </a:r>
          <a:br>
            <a:rPr lang="en-IN"/>
          </a:br>
          <a:r>
            <a:rPr lang="en-IN"/>
            <a:t>• Relationships</a:t>
          </a:r>
          <a:br>
            <a:rPr lang="en-IN"/>
          </a:br>
          <a:r>
            <a:rPr lang="en-IN"/>
            <a:t>• Cardinalities</a:t>
          </a:r>
          <a:endParaRPr lang="en-US"/>
        </a:p>
      </dgm:t>
    </dgm:pt>
    <dgm:pt modelId="{C119F2C9-CDDD-4BB6-8667-A6B27134D903}" type="parTrans" cxnId="{FA358E2B-A2E7-4CEA-924F-05900A963509}">
      <dgm:prSet/>
      <dgm:spPr/>
      <dgm:t>
        <a:bodyPr/>
        <a:lstStyle/>
        <a:p>
          <a:endParaRPr lang="en-US"/>
        </a:p>
      </dgm:t>
    </dgm:pt>
    <dgm:pt modelId="{6F24BB2E-C82B-4D61-8694-78345C50CB50}" type="sibTrans" cxnId="{FA358E2B-A2E7-4CEA-924F-05900A963509}">
      <dgm:prSet/>
      <dgm:spPr/>
      <dgm:t>
        <a:bodyPr/>
        <a:lstStyle/>
        <a:p>
          <a:endParaRPr lang="en-US"/>
        </a:p>
      </dgm:t>
    </dgm:pt>
    <dgm:pt modelId="{64738CCD-54D9-4BA6-8A56-05264D23C721}">
      <dgm:prSet/>
      <dgm:spPr/>
      <dgm:t>
        <a:bodyPr/>
        <a:lstStyle/>
        <a:p>
          <a:r>
            <a:rPr lang="en-IN" b="1"/>
            <a:t>Relational Schema</a:t>
          </a:r>
          <a:endParaRPr lang="en-US"/>
        </a:p>
      </dgm:t>
    </dgm:pt>
    <dgm:pt modelId="{CDADC858-E5A7-4564-8837-AA8B4FBFBAA5}" type="parTrans" cxnId="{34427EDE-727C-4F0C-B8E4-353D9372A12B}">
      <dgm:prSet/>
      <dgm:spPr/>
      <dgm:t>
        <a:bodyPr/>
        <a:lstStyle/>
        <a:p>
          <a:endParaRPr lang="en-US"/>
        </a:p>
      </dgm:t>
    </dgm:pt>
    <dgm:pt modelId="{0C4FB8CB-FA6E-4059-81BD-22FAFC9331D6}" type="sibTrans" cxnId="{34427EDE-727C-4F0C-B8E4-353D9372A12B}">
      <dgm:prSet/>
      <dgm:spPr/>
      <dgm:t>
        <a:bodyPr/>
        <a:lstStyle/>
        <a:p>
          <a:endParaRPr lang="en-US"/>
        </a:p>
      </dgm:t>
    </dgm:pt>
    <dgm:pt modelId="{C2BE405C-31F0-49E1-9656-3EE6B0FFAFA3}">
      <dgm:prSet/>
      <dgm:spPr/>
      <dgm:t>
        <a:bodyPr/>
        <a:lstStyle/>
        <a:p>
          <a:r>
            <a:rPr lang="en-IN" b="1"/>
            <a:t>Department</a:t>
          </a:r>
          <a:r>
            <a:rPr lang="en-IN"/>
            <a:t> (department_id, department_name)</a:t>
          </a:r>
          <a:endParaRPr lang="en-US"/>
        </a:p>
      </dgm:t>
    </dgm:pt>
    <dgm:pt modelId="{1A0023E4-A675-4457-A126-233C41A43E96}" type="parTrans" cxnId="{A2DE2658-4205-4681-8D51-4F94951F86C5}">
      <dgm:prSet/>
      <dgm:spPr/>
      <dgm:t>
        <a:bodyPr/>
        <a:lstStyle/>
        <a:p>
          <a:endParaRPr lang="en-US"/>
        </a:p>
      </dgm:t>
    </dgm:pt>
    <dgm:pt modelId="{1D3A2416-1043-486D-85EF-4F093A252FE9}" type="sibTrans" cxnId="{A2DE2658-4205-4681-8D51-4F94951F86C5}">
      <dgm:prSet/>
      <dgm:spPr/>
      <dgm:t>
        <a:bodyPr/>
        <a:lstStyle/>
        <a:p>
          <a:endParaRPr lang="en-US"/>
        </a:p>
      </dgm:t>
    </dgm:pt>
    <dgm:pt modelId="{CE3A311B-5E23-4509-9039-AF0100C123A0}">
      <dgm:prSet/>
      <dgm:spPr/>
      <dgm:t>
        <a:bodyPr/>
        <a:lstStyle/>
        <a:p>
          <a:r>
            <a:rPr lang="en-IN" b="1"/>
            <a:t>Student</a:t>
          </a:r>
          <a:r>
            <a:rPr lang="en-IN"/>
            <a:t> (student_id, student_name, cgpa, email, phone, department_id)</a:t>
          </a:r>
          <a:endParaRPr lang="en-US"/>
        </a:p>
      </dgm:t>
    </dgm:pt>
    <dgm:pt modelId="{E704A294-6BEC-4BFB-8AC9-C60F450A14A3}" type="parTrans" cxnId="{1D24630B-7A95-4885-845D-A3D1DF400332}">
      <dgm:prSet/>
      <dgm:spPr/>
      <dgm:t>
        <a:bodyPr/>
        <a:lstStyle/>
        <a:p>
          <a:endParaRPr lang="en-US"/>
        </a:p>
      </dgm:t>
    </dgm:pt>
    <dgm:pt modelId="{90D492D7-B7DB-4CBF-81C2-E827DA841C52}" type="sibTrans" cxnId="{1D24630B-7A95-4885-845D-A3D1DF400332}">
      <dgm:prSet/>
      <dgm:spPr/>
      <dgm:t>
        <a:bodyPr/>
        <a:lstStyle/>
        <a:p>
          <a:endParaRPr lang="en-US"/>
        </a:p>
      </dgm:t>
    </dgm:pt>
    <dgm:pt modelId="{DAA8EB39-6449-4701-9831-C641C93AD669}">
      <dgm:prSet/>
      <dgm:spPr/>
      <dgm:t>
        <a:bodyPr/>
        <a:lstStyle/>
        <a:p>
          <a:r>
            <a:rPr lang="en-IN" b="1" dirty="0"/>
            <a:t>Company</a:t>
          </a:r>
          <a:r>
            <a:rPr lang="en-IN" dirty="0"/>
            <a:t> (</a:t>
          </a:r>
          <a:r>
            <a:rPr lang="en-IN" dirty="0" err="1"/>
            <a:t>company_id</a:t>
          </a:r>
          <a:r>
            <a:rPr lang="en-IN" dirty="0"/>
            <a:t>, </a:t>
          </a:r>
          <a:r>
            <a:rPr lang="en-IN" dirty="0" err="1"/>
            <a:t>company_name</a:t>
          </a:r>
          <a:r>
            <a:rPr lang="en-IN" dirty="0"/>
            <a:t>, location, </a:t>
          </a:r>
          <a:r>
            <a:rPr lang="en-IN" dirty="0" err="1"/>
            <a:t>package_offered</a:t>
          </a:r>
          <a:r>
            <a:rPr lang="en-IN" dirty="0"/>
            <a:t>)</a:t>
          </a:r>
          <a:endParaRPr lang="en-US" dirty="0"/>
        </a:p>
      </dgm:t>
    </dgm:pt>
    <dgm:pt modelId="{0AA3FBFE-044D-49DF-9DC7-CE44E574A79D}" type="parTrans" cxnId="{4FA8497E-BBB9-4054-B7E5-ECA22B29F83D}">
      <dgm:prSet/>
      <dgm:spPr/>
      <dgm:t>
        <a:bodyPr/>
        <a:lstStyle/>
        <a:p>
          <a:endParaRPr lang="en-US"/>
        </a:p>
      </dgm:t>
    </dgm:pt>
    <dgm:pt modelId="{C3FB6DB4-032F-4E3C-9483-B8525F05D339}" type="sibTrans" cxnId="{4FA8497E-BBB9-4054-B7E5-ECA22B29F83D}">
      <dgm:prSet/>
      <dgm:spPr/>
      <dgm:t>
        <a:bodyPr/>
        <a:lstStyle/>
        <a:p>
          <a:endParaRPr lang="en-US"/>
        </a:p>
      </dgm:t>
    </dgm:pt>
    <dgm:pt modelId="{F1184119-414D-437E-8D59-F559895E9FD5}">
      <dgm:prSet/>
      <dgm:spPr/>
      <dgm:t>
        <a:bodyPr/>
        <a:lstStyle/>
        <a:p>
          <a:r>
            <a:rPr lang="en-IN" b="1"/>
            <a:t>JobRole</a:t>
          </a:r>
          <a:r>
            <a:rPr lang="en-IN"/>
            <a:t> (job_id, job_title, min_cgpa, job_type, company_id)</a:t>
          </a:r>
          <a:endParaRPr lang="en-US"/>
        </a:p>
      </dgm:t>
    </dgm:pt>
    <dgm:pt modelId="{B2CD52BD-C6FD-417F-BF49-D3F31CDFDA3E}" type="parTrans" cxnId="{66E09DB9-3674-49E2-AE12-972372801EE9}">
      <dgm:prSet/>
      <dgm:spPr/>
      <dgm:t>
        <a:bodyPr/>
        <a:lstStyle/>
        <a:p>
          <a:endParaRPr lang="en-US"/>
        </a:p>
      </dgm:t>
    </dgm:pt>
    <dgm:pt modelId="{9F3483C5-0BF1-467C-9D13-3BF39781C2E0}" type="sibTrans" cxnId="{66E09DB9-3674-49E2-AE12-972372801EE9}">
      <dgm:prSet/>
      <dgm:spPr/>
      <dgm:t>
        <a:bodyPr/>
        <a:lstStyle/>
        <a:p>
          <a:endParaRPr lang="en-US"/>
        </a:p>
      </dgm:t>
    </dgm:pt>
    <dgm:pt modelId="{83270A96-D8D3-412A-BBA1-4753FA586A28}">
      <dgm:prSet/>
      <dgm:spPr/>
      <dgm:t>
        <a:bodyPr/>
        <a:lstStyle/>
        <a:p>
          <a:r>
            <a:rPr lang="en-IN" b="1"/>
            <a:t>Application</a:t>
          </a:r>
          <a:r>
            <a:rPr lang="en-IN"/>
            <a:t> (student_id, job_id, application_date, application_status)</a:t>
          </a:r>
          <a:endParaRPr lang="en-US"/>
        </a:p>
      </dgm:t>
    </dgm:pt>
    <dgm:pt modelId="{544E9084-8FE5-4771-8270-6C9390F8FFD5}" type="parTrans" cxnId="{495E24B4-7BF1-4E8E-BF01-EF7136C6F9B8}">
      <dgm:prSet/>
      <dgm:spPr/>
      <dgm:t>
        <a:bodyPr/>
        <a:lstStyle/>
        <a:p>
          <a:endParaRPr lang="en-US"/>
        </a:p>
      </dgm:t>
    </dgm:pt>
    <dgm:pt modelId="{C3DCA2C5-D734-42C0-9CC2-8BEFB6530D66}" type="sibTrans" cxnId="{495E24B4-7BF1-4E8E-BF01-EF7136C6F9B8}">
      <dgm:prSet/>
      <dgm:spPr/>
      <dgm:t>
        <a:bodyPr/>
        <a:lstStyle/>
        <a:p>
          <a:endParaRPr lang="en-US"/>
        </a:p>
      </dgm:t>
    </dgm:pt>
    <dgm:pt modelId="{B71417E9-CF33-4229-B42A-A603EA49295F}">
      <dgm:prSet/>
      <dgm:spPr/>
      <dgm:t>
        <a:bodyPr/>
        <a:lstStyle/>
        <a:p>
          <a:r>
            <a:rPr lang="en-IN" b="1"/>
            <a:t>Normalization &amp; Integrity</a:t>
          </a:r>
          <a:endParaRPr lang="en-US"/>
        </a:p>
      </dgm:t>
    </dgm:pt>
    <dgm:pt modelId="{05877F60-B3E3-4A53-BC08-98D56632A0CA}" type="parTrans" cxnId="{53C679D6-9812-46BA-9E7B-E1C5587B2EAB}">
      <dgm:prSet/>
      <dgm:spPr/>
      <dgm:t>
        <a:bodyPr/>
        <a:lstStyle/>
        <a:p>
          <a:endParaRPr lang="en-US"/>
        </a:p>
      </dgm:t>
    </dgm:pt>
    <dgm:pt modelId="{B0C4A052-B87C-46E4-9D4B-8C4389EF0B9B}" type="sibTrans" cxnId="{53C679D6-9812-46BA-9E7B-E1C5587B2EAB}">
      <dgm:prSet/>
      <dgm:spPr/>
      <dgm:t>
        <a:bodyPr/>
        <a:lstStyle/>
        <a:p>
          <a:endParaRPr lang="en-US"/>
        </a:p>
      </dgm:t>
    </dgm:pt>
    <dgm:pt modelId="{075B44E9-20ED-4BEA-9D9F-A3EBF8E5502F}">
      <dgm:prSet custT="1"/>
      <dgm:spPr/>
      <dgm:t>
        <a:bodyPr/>
        <a:lstStyle/>
        <a:p>
          <a:r>
            <a:rPr lang="en-IN" sz="1100" dirty="0"/>
            <a:t>• Database normalized to 3NF</a:t>
          </a:r>
          <a:br>
            <a:rPr lang="en-IN" sz="1100" dirty="0"/>
          </a:br>
          <a:r>
            <a:rPr lang="en-IN" sz="1100" dirty="0"/>
            <a:t>• Primary and Foreign Keys enforced</a:t>
          </a:r>
          <a:br>
            <a:rPr lang="en-IN" sz="1100" dirty="0"/>
          </a:br>
          <a:r>
            <a:rPr lang="en-IN" sz="1100" dirty="0"/>
            <a:t>• Referential integrity maintained</a:t>
          </a:r>
          <a:br>
            <a:rPr lang="en-IN" sz="1100" dirty="0"/>
          </a:br>
          <a:r>
            <a:rPr lang="en-IN" sz="1100" dirty="0"/>
            <a:t>• No redundancy in student-job applications</a:t>
          </a:r>
          <a:endParaRPr lang="en-US" sz="1100" dirty="0"/>
        </a:p>
      </dgm:t>
    </dgm:pt>
    <dgm:pt modelId="{6AA09386-0F23-49C3-B965-F5D5548BF6A5}" type="parTrans" cxnId="{35B2490D-C015-4F44-81D8-3386A306B50E}">
      <dgm:prSet/>
      <dgm:spPr/>
      <dgm:t>
        <a:bodyPr/>
        <a:lstStyle/>
        <a:p>
          <a:endParaRPr lang="en-US"/>
        </a:p>
      </dgm:t>
    </dgm:pt>
    <dgm:pt modelId="{508239E2-7C12-46A7-AB37-83865B26B074}" type="sibTrans" cxnId="{35B2490D-C015-4F44-81D8-3386A306B50E}">
      <dgm:prSet/>
      <dgm:spPr/>
      <dgm:t>
        <a:bodyPr/>
        <a:lstStyle/>
        <a:p>
          <a:endParaRPr lang="en-US"/>
        </a:p>
      </dgm:t>
    </dgm:pt>
    <dgm:pt modelId="{16A89C05-CF41-A941-9430-EFFB2F4F5176}" type="pres">
      <dgm:prSet presAssocID="{38E98ABE-2C7A-4BCD-A15E-BC8F67482B8E}" presName="diagram" presStyleCnt="0">
        <dgm:presLayoutVars>
          <dgm:dir/>
          <dgm:resizeHandles val="exact"/>
        </dgm:presLayoutVars>
      </dgm:prSet>
      <dgm:spPr/>
    </dgm:pt>
    <dgm:pt modelId="{4BE6F6B6-AD62-7447-930A-BD516B6097D7}" type="pres">
      <dgm:prSet presAssocID="{3A949C2A-552A-474F-9B74-12F1D4F22D84}" presName="node" presStyleLbl="node1" presStyleIdx="0" presStyleCnt="10">
        <dgm:presLayoutVars>
          <dgm:bulletEnabled val="1"/>
        </dgm:presLayoutVars>
      </dgm:prSet>
      <dgm:spPr/>
    </dgm:pt>
    <dgm:pt modelId="{AF83255F-5912-B749-8BF4-CBC7D66442C1}" type="pres">
      <dgm:prSet presAssocID="{A341CA91-0614-4581-B9B5-1144F01DFCD2}" presName="sibTrans" presStyleCnt="0"/>
      <dgm:spPr/>
    </dgm:pt>
    <dgm:pt modelId="{31185F63-1CE8-354B-8435-30FBAA97C745}" type="pres">
      <dgm:prSet presAssocID="{023CAC11-38BE-46BF-B053-6CCE182778B5}" presName="node" presStyleLbl="node1" presStyleIdx="1" presStyleCnt="10">
        <dgm:presLayoutVars>
          <dgm:bulletEnabled val="1"/>
        </dgm:presLayoutVars>
      </dgm:prSet>
      <dgm:spPr/>
    </dgm:pt>
    <dgm:pt modelId="{A393166E-045F-684F-A351-FAB0737A872C}" type="pres">
      <dgm:prSet presAssocID="{6F24BB2E-C82B-4D61-8694-78345C50CB50}" presName="sibTrans" presStyleCnt="0"/>
      <dgm:spPr/>
    </dgm:pt>
    <dgm:pt modelId="{05DC7B03-C5B0-EE4F-8137-87B92E5D4CB1}" type="pres">
      <dgm:prSet presAssocID="{64738CCD-54D9-4BA6-8A56-05264D23C721}" presName="node" presStyleLbl="node1" presStyleIdx="2" presStyleCnt="10">
        <dgm:presLayoutVars>
          <dgm:bulletEnabled val="1"/>
        </dgm:presLayoutVars>
      </dgm:prSet>
      <dgm:spPr/>
    </dgm:pt>
    <dgm:pt modelId="{D1E42E98-F74C-E748-9C69-34CD5874C1C1}" type="pres">
      <dgm:prSet presAssocID="{0C4FB8CB-FA6E-4059-81BD-22FAFC9331D6}" presName="sibTrans" presStyleCnt="0"/>
      <dgm:spPr/>
    </dgm:pt>
    <dgm:pt modelId="{ECC4385D-4D7B-3E44-84AD-101FAA6584E6}" type="pres">
      <dgm:prSet presAssocID="{C2BE405C-31F0-49E1-9656-3EE6B0FFAFA3}" presName="node" presStyleLbl="node1" presStyleIdx="3" presStyleCnt="10">
        <dgm:presLayoutVars>
          <dgm:bulletEnabled val="1"/>
        </dgm:presLayoutVars>
      </dgm:prSet>
      <dgm:spPr/>
    </dgm:pt>
    <dgm:pt modelId="{632DD1A7-A283-C249-B668-51B0EEF82B64}" type="pres">
      <dgm:prSet presAssocID="{1D3A2416-1043-486D-85EF-4F093A252FE9}" presName="sibTrans" presStyleCnt="0"/>
      <dgm:spPr/>
    </dgm:pt>
    <dgm:pt modelId="{D8723F30-8544-BC40-9D66-AA5C8E61ACC8}" type="pres">
      <dgm:prSet presAssocID="{CE3A311B-5E23-4509-9039-AF0100C123A0}" presName="node" presStyleLbl="node1" presStyleIdx="4" presStyleCnt="10">
        <dgm:presLayoutVars>
          <dgm:bulletEnabled val="1"/>
        </dgm:presLayoutVars>
      </dgm:prSet>
      <dgm:spPr/>
    </dgm:pt>
    <dgm:pt modelId="{111AB801-D485-BD43-8E74-39CD630CC893}" type="pres">
      <dgm:prSet presAssocID="{90D492D7-B7DB-4CBF-81C2-E827DA841C52}" presName="sibTrans" presStyleCnt="0"/>
      <dgm:spPr/>
    </dgm:pt>
    <dgm:pt modelId="{B50A2CFE-1EB1-9645-8FCE-F5C44320423B}" type="pres">
      <dgm:prSet presAssocID="{DAA8EB39-6449-4701-9831-C641C93AD669}" presName="node" presStyleLbl="node1" presStyleIdx="5" presStyleCnt="10">
        <dgm:presLayoutVars>
          <dgm:bulletEnabled val="1"/>
        </dgm:presLayoutVars>
      </dgm:prSet>
      <dgm:spPr/>
    </dgm:pt>
    <dgm:pt modelId="{A7544206-CD3D-8642-A04E-762D1F69214D}" type="pres">
      <dgm:prSet presAssocID="{C3FB6DB4-032F-4E3C-9483-B8525F05D339}" presName="sibTrans" presStyleCnt="0"/>
      <dgm:spPr/>
    </dgm:pt>
    <dgm:pt modelId="{FF71E7AF-5EC1-2749-AF75-C02016810AA2}" type="pres">
      <dgm:prSet presAssocID="{F1184119-414D-437E-8D59-F559895E9FD5}" presName="node" presStyleLbl="node1" presStyleIdx="6" presStyleCnt="10">
        <dgm:presLayoutVars>
          <dgm:bulletEnabled val="1"/>
        </dgm:presLayoutVars>
      </dgm:prSet>
      <dgm:spPr/>
    </dgm:pt>
    <dgm:pt modelId="{586DA75F-3D30-1C45-9EC3-4610CAA8D576}" type="pres">
      <dgm:prSet presAssocID="{9F3483C5-0BF1-467C-9D13-3BF39781C2E0}" presName="sibTrans" presStyleCnt="0"/>
      <dgm:spPr/>
    </dgm:pt>
    <dgm:pt modelId="{374657F2-F8F6-3D4E-AFC0-77DAA1DAB938}" type="pres">
      <dgm:prSet presAssocID="{83270A96-D8D3-412A-BBA1-4753FA586A28}" presName="node" presStyleLbl="node1" presStyleIdx="7" presStyleCnt="10">
        <dgm:presLayoutVars>
          <dgm:bulletEnabled val="1"/>
        </dgm:presLayoutVars>
      </dgm:prSet>
      <dgm:spPr/>
    </dgm:pt>
    <dgm:pt modelId="{FB285311-169A-CD43-B132-B4429C556B9F}" type="pres">
      <dgm:prSet presAssocID="{C3DCA2C5-D734-42C0-9CC2-8BEFB6530D66}" presName="sibTrans" presStyleCnt="0"/>
      <dgm:spPr/>
    </dgm:pt>
    <dgm:pt modelId="{5E6EBD29-0FFB-C345-87BE-D834966618A8}" type="pres">
      <dgm:prSet presAssocID="{B71417E9-CF33-4229-B42A-A603EA49295F}" presName="node" presStyleLbl="node1" presStyleIdx="8" presStyleCnt="10">
        <dgm:presLayoutVars>
          <dgm:bulletEnabled val="1"/>
        </dgm:presLayoutVars>
      </dgm:prSet>
      <dgm:spPr/>
    </dgm:pt>
    <dgm:pt modelId="{CB347E26-1EC4-A646-A7FB-B625802A515D}" type="pres">
      <dgm:prSet presAssocID="{B0C4A052-B87C-46E4-9D4B-8C4389EF0B9B}" presName="sibTrans" presStyleCnt="0"/>
      <dgm:spPr/>
    </dgm:pt>
    <dgm:pt modelId="{80CD28E7-4CB1-7041-A505-746F29A0E009}" type="pres">
      <dgm:prSet presAssocID="{075B44E9-20ED-4BEA-9D9F-A3EBF8E5502F}" presName="node" presStyleLbl="node1" presStyleIdx="9" presStyleCnt="10">
        <dgm:presLayoutVars>
          <dgm:bulletEnabled val="1"/>
        </dgm:presLayoutVars>
      </dgm:prSet>
      <dgm:spPr/>
    </dgm:pt>
  </dgm:ptLst>
  <dgm:cxnLst>
    <dgm:cxn modelId="{1D24630B-7A95-4885-845D-A3D1DF400332}" srcId="{38E98ABE-2C7A-4BCD-A15E-BC8F67482B8E}" destId="{CE3A311B-5E23-4509-9039-AF0100C123A0}" srcOrd="4" destOrd="0" parTransId="{E704A294-6BEC-4BFB-8AC9-C60F450A14A3}" sibTransId="{90D492D7-B7DB-4CBF-81C2-E827DA841C52}"/>
    <dgm:cxn modelId="{35B2490D-C015-4F44-81D8-3386A306B50E}" srcId="{38E98ABE-2C7A-4BCD-A15E-BC8F67482B8E}" destId="{075B44E9-20ED-4BEA-9D9F-A3EBF8E5502F}" srcOrd="9" destOrd="0" parTransId="{6AA09386-0F23-49C3-B965-F5D5548BF6A5}" sibTransId="{508239E2-7C12-46A7-AB37-83865B26B074}"/>
    <dgm:cxn modelId="{1F60BC1E-2694-FB40-A2B9-5ECE4F8EDF41}" type="presOf" srcId="{F1184119-414D-437E-8D59-F559895E9FD5}" destId="{FF71E7AF-5EC1-2749-AF75-C02016810AA2}" srcOrd="0" destOrd="0" presId="urn:microsoft.com/office/officeart/2005/8/layout/default"/>
    <dgm:cxn modelId="{FA358E2B-A2E7-4CEA-924F-05900A963509}" srcId="{38E98ABE-2C7A-4BCD-A15E-BC8F67482B8E}" destId="{023CAC11-38BE-46BF-B053-6CCE182778B5}" srcOrd="1" destOrd="0" parTransId="{C119F2C9-CDDD-4BB6-8667-A6B27134D903}" sibTransId="{6F24BB2E-C82B-4D61-8694-78345C50CB50}"/>
    <dgm:cxn modelId="{0BA7EB32-AE34-C44B-8BD2-571E882DC779}" type="presOf" srcId="{3A949C2A-552A-474F-9B74-12F1D4F22D84}" destId="{4BE6F6B6-AD62-7447-930A-BD516B6097D7}" srcOrd="0" destOrd="0" presId="urn:microsoft.com/office/officeart/2005/8/layout/default"/>
    <dgm:cxn modelId="{A5FB2E3B-B986-E343-9796-01DAFF4031C6}" type="presOf" srcId="{075B44E9-20ED-4BEA-9D9F-A3EBF8E5502F}" destId="{80CD28E7-4CB1-7041-A505-746F29A0E009}" srcOrd="0" destOrd="0" presId="urn:microsoft.com/office/officeart/2005/8/layout/default"/>
    <dgm:cxn modelId="{4751FB48-A612-CE4E-9994-8039CDC95396}" type="presOf" srcId="{023CAC11-38BE-46BF-B053-6CCE182778B5}" destId="{31185F63-1CE8-354B-8435-30FBAA97C745}" srcOrd="0" destOrd="0" presId="urn:microsoft.com/office/officeart/2005/8/layout/default"/>
    <dgm:cxn modelId="{A2DE2658-4205-4681-8D51-4F94951F86C5}" srcId="{38E98ABE-2C7A-4BCD-A15E-BC8F67482B8E}" destId="{C2BE405C-31F0-49E1-9656-3EE6B0FFAFA3}" srcOrd="3" destOrd="0" parTransId="{1A0023E4-A675-4457-A126-233C41A43E96}" sibTransId="{1D3A2416-1043-486D-85EF-4F093A252FE9}"/>
    <dgm:cxn modelId="{5B58E97A-B273-0749-9E9D-15749B45A321}" type="presOf" srcId="{B71417E9-CF33-4229-B42A-A603EA49295F}" destId="{5E6EBD29-0FFB-C345-87BE-D834966618A8}" srcOrd="0" destOrd="0" presId="urn:microsoft.com/office/officeart/2005/8/layout/default"/>
    <dgm:cxn modelId="{4FA8497E-BBB9-4054-B7E5-ECA22B29F83D}" srcId="{38E98ABE-2C7A-4BCD-A15E-BC8F67482B8E}" destId="{DAA8EB39-6449-4701-9831-C641C93AD669}" srcOrd="5" destOrd="0" parTransId="{0AA3FBFE-044D-49DF-9DC7-CE44E574A79D}" sibTransId="{C3FB6DB4-032F-4E3C-9483-B8525F05D339}"/>
    <dgm:cxn modelId="{AFAC5D8D-A29A-3445-924B-93A455479DF6}" type="presOf" srcId="{38E98ABE-2C7A-4BCD-A15E-BC8F67482B8E}" destId="{16A89C05-CF41-A941-9430-EFFB2F4F5176}" srcOrd="0" destOrd="0" presId="urn:microsoft.com/office/officeart/2005/8/layout/default"/>
    <dgm:cxn modelId="{EE066694-809F-CB43-94C9-A04A871F51B7}" type="presOf" srcId="{CE3A311B-5E23-4509-9039-AF0100C123A0}" destId="{D8723F30-8544-BC40-9D66-AA5C8E61ACC8}" srcOrd="0" destOrd="0" presId="urn:microsoft.com/office/officeart/2005/8/layout/default"/>
    <dgm:cxn modelId="{495E24B4-7BF1-4E8E-BF01-EF7136C6F9B8}" srcId="{38E98ABE-2C7A-4BCD-A15E-BC8F67482B8E}" destId="{83270A96-D8D3-412A-BBA1-4753FA586A28}" srcOrd="7" destOrd="0" parTransId="{544E9084-8FE5-4771-8270-6C9390F8FFD5}" sibTransId="{C3DCA2C5-D734-42C0-9CC2-8BEFB6530D66}"/>
    <dgm:cxn modelId="{385F13B5-5B22-884F-868C-DBD02D5E93CE}" type="presOf" srcId="{83270A96-D8D3-412A-BBA1-4753FA586A28}" destId="{374657F2-F8F6-3D4E-AFC0-77DAA1DAB938}" srcOrd="0" destOrd="0" presId="urn:microsoft.com/office/officeart/2005/8/layout/default"/>
    <dgm:cxn modelId="{66E09DB9-3674-49E2-AE12-972372801EE9}" srcId="{38E98ABE-2C7A-4BCD-A15E-BC8F67482B8E}" destId="{F1184119-414D-437E-8D59-F559895E9FD5}" srcOrd="6" destOrd="0" parTransId="{B2CD52BD-C6FD-417F-BF49-D3F31CDFDA3E}" sibTransId="{9F3483C5-0BF1-467C-9D13-3BF39781C2E0}"/>
    <dgm:cxn modelId="{B2BDCFBD-230E-42F5-93FE-6A68493DFA87}" srcId="{38E98ABE-2C7A-4BCD-A15E-BC8F67482B8E}" destId="{3A949C2A-552A-474F-9B74-12F1D4F22D84}" srcOrd="0" destOrd="0" parTransId="{C671E7A8-604B-4DDF-9C29-130B113B5D27}" sibTransId="{A341CA91-0614-4581-B9B5-1144F01DFCD2}"/>
    <dgm:cxn modelId="{40B4D6C2-3B8C-D24B-B961-9EDB62A7E5DE}" type="presOf" srcId="{C2BE405C-31F0-49E1-9656-3EE6B0FFAFA3}" destId="{ECC4385D-4D7B-3E44-84AD-101FAA6584E6}" srcOrd="0" destOrd="0" presId="urn:microsoft.com/office/officeart/2005/8/layout/default"/>
    <dgm:cxn modelId="{53C679D6-9812-46BA-9E7B-E1C5587B2EAB}" srcId="{38E98ABE-2C7A-4BCD-A15E-BC8F67482B8E}" destId="{B71417E9-CF33-4229-B42A-A603EA49295F}" srcOrd="8" destOrd="0" parTransId="{05877F60-B3E3-4A53-BC08-98D56632A0CA}" sibTransId="{B0C4A052-B87C-46E4-9D4B-8C4389EF0B9B}"/>
    <dgm:cxn modelId="{D50575DC-DC37-3A43-9810-E23763598A88}" type="presOf" srcId="{DAA8EB39-6449-4701-9831-C641C93AD669}" destId="{B50A2CFE-1EB1-9645-8FCE-F5C44320423B}" srcOrd="0" destOrd="0" presId="urn:microsoft.com/office/officeart/2005/8/layout/default"/>
    <dgm:cxn modelId="{34427EDE-727C-4F0C-B8E4-353D9372A12B}" srcId="{38E98ABE-2C7A-4BCD-A15E-BC8F67482B8E}" destId="{64738CCD-54D9-4BA6-8A56-05264D23C721}" srcOrd="2" destOrd="0" parTransId="{CDADC858-E5A7-4564-8837-AA8B4FBFBAA5}" sibTransId="{0C4FB8CB-FA6E-4059-81BD-22FAFC9331D6}"/>
    <dgm:cxn modelId="{F69EACFB-628D-8F4E-A9FE-98C599A5863A}" type="presOf" srcId="{64738CCD-54D9-4BA6-8A56-05264D23C721}" destId="{05DC7B03-C5B0-EE4F-8137-87B92E5D4CB1}" srcOrd="0" destOrd="0" presId="urn:microsoft.com/office/officeart/2005/8/layout/default"/>
    <dgm:cxn modelId="{E4FD9C99-1FA2-C14E-8192-246A470F1A47}" type="presParOf" srcId="{16A89C05-CF41-A941-9430-EFFB2F4F5176}" destId="{4BE6F6B6-AD62-7447-930A-BD516B6097D7}" srcOrd="0" destOrd="0" presId="urn:microsoft.com/office/officeart/2005/8/layout/default"/>
    <dgm:cxn modelId="{FA83ED5E-FDFF-5D40-8608-E6311251DAF1}" type="presParOf" srcId="{16A89C05-CF41-A941-9430-EFFB2F4F5176}" destId="{AF83255F-5912-B749-8BF4-CBC7D66442C1}" srcOrd="1" destOrd="0" presId="urn:microsoft.com/office/officeart/2005/8/layout/default"/>
    <dgm:cxn modelId="{EE24A5C3-194C-B345-BB4D-89020B3CC152}" type="presParOf" srcId="{16A89C05-CF41-A941-9430-EFFB2F4F5176}" destId="{31185F63-1CE8-354B-8435-30FBAA97C745}" srcOrd="2" destOrd="0" presId="urn:microsoft.com/office/officeart/2005/8/layout/default"/>
    <dgm:cxn modelId="{8512ACFC-E889-4F46-A31F-25765AB970C2}" type="presParOf" srcId="{16A89C05-CF41-A941-9430-EFFB2F4F5176}" destId="{A393166E-045F-684F-A351-FAB0737A872C}" srcOrd="3" destOrd="0" presId="urn:microsoft.com/office/officeart/2005/8/layout/default"/>
    <dgm:cxn modelId="{1A287AB0-7993-2444-8190-DFDFDB44AD72}" type="presParOf" srcId="{16A89C05-CF41-A941-9430-EFFB2F4F5176}" destId="{05DC7B03-C5B0-EE4F-8137-87B92E5D4CB1}" srcOrd="4" destOrd="0" presId="urn:microsoft.com/office/officeart/2005/8/layout/default"/>
    <dgm:cxn modelId="{9CF082C2-F520-1B42-838D-26694F264D4F}" type="presParOf" srcId="{16A89C05-CF41-A941-9430-EFFB2F4F5176}" destId="{D1E42E98-F74C-E748-9C69-34CD5874C1C1}" srcOrd="5" destOrd="0" presId="urn:microsoft.com/office/officeart/2005/8/layout/default"/>
    <dgm:cxn modelId="{0A080666-3515-2848-8A9D-418AE62ED7E6}" type="presParOf" srcId="{16A89C05-CF41-A941-9430-EFFB2F4F5176}" destId="{ECC4385D-4D7B-3E44-84AD-101FAA6584E6}" srcOrd="6" destOrd="0" presId="urn:microsoft.com/office/officeart/2005/8/layout/default"/>
    <dgm:cxn modelId="{6E4809FF-EBA5-9E45-8B8B-411E0D73CC65}" type="presParOf" srcId="{16A89C05-CF41-A941-9430-EFFB2F4F5176}" destId="{632DD1A7-A283-C249-B668-51B0EEF82B64}" srcOrd="7" destOrd="0" presId="urn:microsoft.com/office/officeart/2005/8/layout/default"/>
    <dgm:cxn modelId="{19D754AB-F301-8441-AEF7-3DE056076CA3}" type="presParOf" srcId="{16A89C05-CF41-A941-9430-EFFB2F4F5176}" destId="{D8723F30-8544-BC40-9D66-AA5C8E61ACC8}" srcOrd="8" destOrd="0" presId="urn:microsoft.com/office/officeart/2005/8/layout/default"/>
    <dgm:cxn modelId="{A96D6911-0637-3442-BF38-71EC409FDAE4}" type="presParOf" srcId="{16A89C05-CF41-A941-9430-EFFB2F4F5176}" destId="{111AB801-D485-BD43-8E74-39CD630CC893}" srcOrd="9" destOrd="0" presId="urn:microsoft.com/office/officeart/2005/8/layout/default"/>
    <dgm:cxn modelId="{B4C3C0AF-15E9-5642-8A16-089266BF6E06}" type="presParOf" srcId="{16A89C05-CF41-A941-9430-EFFB2F4F5176}" destId="{B50A2CFE-1EB1-9645-8FCE-F5C44320423B}" srcOrd="10" destOrd="0" presId="urn:microsoft.com/office/officeart/2005/8/layout/default"/>
    <dgm:cxn modelId="{658D002C-7788-A548-9745-6BE3F443A96E}" type="presParOf" srcId="{16A89C05-CF41-A941-9430-EFFB2F4F5176}" destId="{A7544206-CD3D-8642-A04E-762D1F69214D}" srcOrd="11" destOrd="0" presId="urn:microsoft.com/office/officeart/2005/8/layout/default"/>
    <dgm:cxn modelId="{0BC06A36-B471-3340-B6D4-CDC9E4C94585}" type="presParOf" srcId="{16A89C05-CF41-A941-9430-EFFB2F4F5176}" destId="{FF71E7AF-5EC1-2749-AF75-C02016810AA2}" srcOrd="12" destOrd="0" presId="urn:microsoft.com/office/officeart/2005/8/layout/default"/>
    <dgm:cxn modelId="{98B563DD-244F-074A-952B-436390E5CE7A}" type="presParOf" srcId="{16A89C05-CF41-A941-9430-EFFB2F4F5176}" destId="{586DA75F-3D30-1C45-9EC3-4610CAA8D576}" srcOrd="13" destOrd="0" presId="urn:microsoft.com/office/officeart/2005/8/layout/default"/>
    <dgm:cxn modelId="{F00085B9-6F95-ED45-AD4F-2B0B8034DAFE}" type="presParOf" srcId="{16A89C05-CF41-A941-9430-EFFB2F4F5176}" destId="{374657F2-F8F6-3D4E-AFC0-77DAA1DAB938}" srcOrd="14" destOrd="0" presId="urn:microsoft.com/office/officeart/2005/8/layout/default"/>
    <dgm:cxn modelId="{01BDA328-A5BE-B046-BEBA-199D395D3E07}" type="presParOf" srcId="{16A89C05-CF41-A941-9430-EFFB2F4F5176}" destId="{FB285311-169A-CD43-B132-B4429C556B9F}" srcOrd="15" destOrd="0" presId="urn:microsoft.com/office/officeart/2005/8/layout/default"/>
    <dgm:cxn modelId="{813E3275-888B-6043-BC5A-97C713A65E59}" type="presParOf" srcId="{16A89C05-CF41-A941-9430-EFFB2F4F5176}" destId="{5E6EBD29-0FFB-C345-87BE-D834966618A8}" srcOrd="16" destOrd="0" presId="urn:microsoft.com/office/officeart/2005/8/layout/default"/>
    <dgm:cxn modelId="{B2C64C3B-1037-7D4A-96E9-CEF415F29923}" type="presParOf" srcId="{16A89C05-CF41-A941-9430-EFFB2F4F5176}" destId="{CB347E26-1EC4-A646-A7FB-B625802A515D}" srcOrd="17" destOrd="0" presId="urn:microsoft.com/office/officeart/2005/8/layout/default"/>
    <dgm:cxn modelId="{9B5170C0-8A3D-7C4B-B0BD-05C104E20507}" type="presParOf" srcId="{16A89C05-CF41-A941-9430-EFFB2F4F5176}" destId="{80CD28E7-4CB1-7041-A505-746F29A0E009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29E33C-1497-4FFB-8D09-AC7E016019CF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E6CAD80-8AB9-47AA-8F9B-0E496F2BF7D5}">
      <dgm:prSet/>
      <dgm:spPr/>
      <dgm:t>
        <a:bodyPr/>
        <a:lstStyle/>
        <a:p>
          <a:r>
            <a:rPr lang="en-IN" b="1"/>
            <a:t>Selection Evaluation Method</a:t>
          </a:r>
          <a:endParaRPr lang="en-US"/>
        </a:p>
      </dgm:t>
    </dgm:pt>
    <dgm:pt modelId="{708A2DC7-A354-410A-9BE8-93D177FB6A25}" type="parTrans" cxnId="{CF1A0411-C4FE-4CEB-874D-AAEB42BD742A}">
      <dgm:prSet/>
      <dgm:spPr/>
      <dgm:t>
        <a:bodyPr/>
        <a:lstStyle/>
        <a:p>
          <a:endParaRPr lang="en-US"/>
        </a:p>
      </dgm:t>
    </dgm:pt>
    <dgm:pt modelId="{DD460606-FF5C-4E61-84A1-0715491DFE89}" type="sibTrans" cxnId="{CF1A0411-C4FE-4CEB-874D-AAEB42BD742A}">
      <dgm:prSet/>
      <dgm:spPr/>
      <dgm:t>
        <a:bodyPr/>
        <a:lstStyle/>
        <a:p>
          <a:endParaRPr lang="en-US"/>
        </a:p>
      </dgm:t>
    </dgm:pt>
    <dgm:pt modelId="{08A08667-F026-4CD5-B85F-39C761AE6888}">
      <dgm:prSet/>
      <dgm:spPr/>
      <dgm:t>
        <a:bodyPr/>
        <a:lstStyle/>
        <a:p>
          <a:r>
            <a:rPr lang="en-IN"/>
            <a:t>The </a:t>
          </a:r>
          <a:r>
            <a:rPr lang="en-IN" b="1"/>
            <a:t>selection status</a:t>
          </a:r>
          <a:r>
            <a:rPr lang="en-IN"/>
            <a:t> is determined based on student eligibility criteria and recruitment process stages stored in the database.</a:t>
          </a:r>
          <a:endParaRPr lang="en-US"/>
        </a:p>
      </dgm:t>
    </dgm:pt>
    <dgm:pt modelId="{67120281-FB82-40FB-8FFB-2B1A06528F05}" type="parTrans" cxnId="{4A1941D6-B2FF-4AB7-8237-1FF026AA21C3}">
      <dgm:prSet/>
      <dgm:spPr/>
      <dgm:t>
        <a:bodyPr/>
        <a:lstStyle/>
        <a:p>
          <a:endParaRPr lang="en-US"/>
        </a:p>
      </dgm:t>
    </dgm:pt>
    <dgm:pt modelId="{B3A2EB09-C75A-4141-8C43-B6B9DCA8AFD8}" type="sibTrans" cxnId="{4A1941D6-B2FF-4AB7-8237-1FF026AA21C3}">
      <dgm:prSet/>
      <dgm:spPr/>
      <dgm:t>
        <a:bodyPr/>
        <a:lstStyle/>
        <a:p>
          <a:endParaRPr lang="en-US"/>
        </a:p>
      </dgm:t>
    </dgm:pt>
    <dgm:pt modelId="{BFB771DE-1C54-4F03-9755-2236FC80722C}">
      <dgm:prSet/>
      <dgm:spPr/>
      <dgm:t>
        <a:bodyPr/>
        <a:lstStyle/>
        <a:p>
          <a:r>
            <a:rPr lang="en-IN" b="1"/>
            <a:t>Eligibility Formula</a:t>
          </a:r>
          <a:endParaRPr lang="en-US"/>
        </a:p>
      </dgm:t>
    </dgm:pt>
    <dgm:pt modelId="{B6899DE6-7B48-433C-8BA3-CDFBDED16954}" type="parTrans" cxnId="{E8A2480E-835D-469C-BF6A-B397C8AAAB39}">
      <dgm:prSet/>
      <dgm:spPr/>
      <dgm:t>
        <a:bodyPr/>
        <a:lstStyle/>
        <a:p>
          <a:endParaRPr lang="en-US"/>
        </a:p>
      </dgm:t>
    </dgm:pt>
    <dgm:pt modelId="{EE0BA622-4762-45D5-B07B-718F424FB2A0}" type="sibTrans" cxnId="{E8A2480E-835D-469C-BF6A-B397C8AAAB39}">
      <dgm:prSet/>
      <dgm:spPr/>
      <dgm:t>
        <a:bodyPr/>
        <a:lstStyle/>
        <a:p>
          <a:endParaRPr lang="en-US"/>
        </a:p>
      </dgm:t>
    </dgm:pt>
    <dgm:pt modelId="{BE69D2AB-99BC-48A0-90DD-5D81D0E7086A}">
      <dgm:prSet/>
      <dgm:spPr/>
      <dgm:t>
        <a:bodyPr/>
        <a:lstStyle/>
        <a:p>
          <a:r>
            <a:rPr lang="en-IN" b="1"/>
            <a:t>Eligibility Status = IF (Student_CGPA ≥ JobRole_Min_CGPA)</a:t>
          </a:r>
          <a:endParaRPr lang="en-US"/>
        </a:p>
      </dgm:t>
    </dgm:pt>
    <dgm:pt modelId="{F9CFCF75-9B96-4B6C-B091-BABD586218D5}" type="parTrans" cxnId="{FC520CA3-1FAF-4D1F-86BD-C90692A83E1D}">
      <dgm:prSet/>
      <dgm:spPr/>
      <dgm:t>
        <a:bodyPr/>
        <a:lstStyle/>
        <a:p>
          <a:endParaRPr lang="en-US"/>
        </a:p>
      </dgm:t>
    </dgm:pt>
    <dgm:pt modelId="{7165EEF9-A7AA-4010-9869-F6B43559A8C7}" type="sibTrans" cxnId="{FC520CA3-1FAF-4D1F-86BD-C90692A83E1D}">
      <dgm:prSet/>
      <dgm:spPr/>
      <dgm:t>
        <a:bodyPr/>
        <a:lstStyle/>
        <a:p>
          <a:endParaRPr lang="en-US"/>
        </a:p>
      </dgm:t>
    </dgm:pt>
    <dgm:pt modelId="{04BE7E7C-C6B6-4177-A7F0-B6BC527915F7}">
      <dgm:prSet/>
      <dgm:spPr/>
      <dgm:t>
        <a:bodyPr/>
        <a:lstStyle/>
        <a:p>
          <a:r>
            <a:rPr lang="en-IN"/>
            <a:t>Where:</a:t>
          </a:r>
          <a:endParaRPr lang="en-US"/>
        </a:p>
      </dgm:t>
    </dgm:pt>
    <dgm:pt modelId="{56F0DE5E-F553-4089-89F3-E9F8490CF90B}" type="parTrans" cxnId="{EA0FA839-1869-4E5E-9562-CE63DB1B4F63}">
      <dgm:prSet/>
      <dgm:spPr/>
      <dgm:t>
        <a:bodyPr/>
        <a:lstStyle/>
        <a:p>
          <a:endParaRPr lang="en-US"/>
        </a:p>
      </dgm:t>
    </dgm:pt>
    <dgm:pt modelId="{2607C3C7-216A-4CB3-B4A4-7262EA3A90C4}" type="sibTrans" cxnId="{EA0FA839-1869-4E5E-9562-CE63DB1B4F63}">
      <dgm:prSet/>
      <dgm:spPr/>
      <dgm:t>
        <a:bodyPr/>
        <a:lstStyle/>
        <a:p>
          <a:endParaRPr lang="en-US"/>
        </a:p>
      </dgm:t>
    </dgm:pt>
    <dgm:pt modelId="{2DC723B0-AD55-4395-B713-808C0D200315}">
      <dgm:prSet/>
      <dgm:spPr/>
      <dgm:t>
        <a:bodyPr/>
        <a:lstStyle/>
        <a:p>
          <a:r>
            <a:rPr lang="en-IN" b="1"/>
            <a:t>Student_CGPA</a:t>
          </a:r>
          <a:r>
            <a:rPr lang="en-IN"/>
            <a:t> represents the academic performance of the student</a:t>
          </a:r>
          <a:endParaRPr lang="en-US"/>
        </a:p>
      </dgm:t>
    </dgm:pt>
    <dgm:pt modelId="{E4250348-A3A7-4265-A967-2315B24A8CC0}" type="parTrans" cxnId="{C789A281-E662-4477-8111-06203F238DB3}">
      <dgm:prSet/>
      <dgm:spPr/>
      <dgm:t>
        <a:bodyPr/>
        <a:lstStyle/>
        <a:p>
          <a:endParaRPr lang="en-US"/>
        </a:p>
      </dgm:t>
    </dgm:pt>
    <dgm:pt modelId="{786B2E54-37A9-4995-B163-60A4A2FA3D8D}" type="sibTrans" cxnId="{C789A281-E662-4477-8111-06203F238DB3}">
      <dgm:prSet/>
      <dgm:spPr/>
      <dgm:t>
        <a:bodyPr/>
        <a:lstStyle/>
        <a:p>
          <a:endParaRPr lang="en-US"/>
        </a:p>
      </dgm:t>
    </dgm:pt>
    <dgm:pt modelId="{78142834-300C-4D8E-957F-B2F0F12FB67F}">
      <dgm:prSet/>
      <dgm:spPr/>
      <dgm:t>
        <a:bodyPr/>
        <a:lstStyle/>
        <a:p>
          <a:r>
            <a:rPr lang="en-IN" b="1"/>
            <a:t>JobRole_Min_CGPA</a:t>
          </a:r>
          <a:r>
            <a:rPr lang="en-IN"/>
            <a:t> represents the minimum CGPA required by the company</a:t>
          </a:r>
          <a:endParaRPr lang="en-US"/>
        </a:p>
      </dgm:t>
    </dgm:pt>
    <dgm:pt modelId="{CEC52C8A-777A-45EA-89E0-055842F231EB}" type="parTrans" cxnId="{5BA17C1E-5CE0-4F22-B8CE-19321DA1B81B}">
      <dgm:prSet/>
      <dgm:spPr/>
      <dgm:t>
        <a:bodyPr/>
        <a:lstStyle/>
        <a:p>
          <a:endParaRPr lang="en-US"/>
        </a:p>
      </dgm:t>
    </dgm:pt>
    <dgm:pt modelId="{AA02469B-1DA8-451D-818F-57DE9523E4FF}" type="sibTrans" cxnId="{5BA17C1E-5CE0-4F22-B8CE-19321DA1B81B}">
      <dgm:prSet/>
      <dgm:spPr/>
      <dgm:t>
        <a:bodyPr/>
        <a:lstStyle/>
        <a:p>
          <a:endParaRPr lang="en-US"/>
        </a:p>
      </dgm:t>
    </dgm:pt>
    <dgm:pt modelId="{EE745A38-BDEC-4807-A3F1-0872A8CEA537}">
      <dgm:prSet/>
      <dgm:spPr/>
      <dgm:t>
        <a:bodyPr/>
        <a:lstStyle/>
        <a:p>
          <a:r>
            <a:rPr lang="en-IN"/>
            <a:t>Students not meeting criteria are automatically restricted from applying</a:t>
          </a:r>
          <a:endParaRPr lang="en-US"/>
        </a:p>
      </dgm:t>
    </dgm:pt>
    <dgm:pt modelId="{632E4257-6F5F-48AB-807A-5C6B66799A02}" type="parTrans" cxnId="{9C444710-47F5-4FF2-8F50-3560C2334018}">
      <dgm:prSet/>
      <dgm:spPr/>
      <dgm:t>
        <a:bodyPr/>
        <a:lstStyle/>
        <a:p>
          <a:endParaRPr lang="en-US"/>
        </a:p>
      </dgm:t>
    </dgm:pt>
    <dgm:pt modelId="{7D2B00E8-4E66-4601-A7EC-35F3D30F3EE9}" type="sibTrans" cxnId="{9C444710-47F5-4FF2-8F50-3560C2334018}">
      <dgm:prSet/>
      <dgm:spPr/>
      <dgm:t>
        <a:bodyPr/>
        <a:lstStyle/>
        <a:p>
          <a:endParaRPr lang="en-US"/>
        </a:p>
      </dgm:t>
    </dgm:pt>
    <dgm:pt modelId="{CDFDC10B-4AED-467E-92E0-D6AE230AA815}">
      <dgm:prSet/>
      <dgm:spPr/>
      <dgm:t>
        <a:bodyPr/>
        <a:lstStyle/>
        <a:p>
          <a:r>
            <a:rPr lang="en-IN" b="1"/>
            <a:t>Selection Status Logic</a:t>
          </a:r>
          <a:endParaRPr lang="en-US"/>
        </a:p>
      </dgm:t>
    </dgm:pt>
    <dgm:pt modelId="{4BE61283-7B16-441F-BD49-6CB5E8FE9E4C}" type="parTrans" cxnId="{9A150B75-5AD8-43DD-A286-E9475CA2BCE5}">
      <dgm:prSet/>
      <dgm:spPr/>
      <dgm:t>
        <a:bodyPr/>
        <a:lstStyle/>
        <a:p>
          <a:endParaRPr lang="en-US"/>
        </a:p>
      </dgm:t>
    </dgm:pt>
    <dgm:pt modelId="{67EB61B7-6F3E-421F-B008-DEEC3BDAF2EA}" type="sibTrans" cxnId="{9A150B75-5AD8-43DD-A286-E9475CA2BCE5}">
      <dgm:prSet/>
      <dgm:spPr/>
      <dgm:t>
        <a:bodyPr/>
        <a:lstStyle/>
        <a:p>
          <a:endParaRPr lang="en-US"/>
        </a:p>
      </dgm:t>
    </dgm:pt>
    <dgm:pt modelId="{9CED81B2-53C3-40B4-A524-E232C615279D}">
      <dgm:prSet/>
      <dgm:spPr/>
      <dgm:t>
        <a:bodyPr/>
        <a:lstStyle/>
        <a:p>
          <a:r>
            <a:rPr lang="en-IN"/>
            <a:t>Application Status is updated based on recruitment stages:</a:t>
          </a:r>
          <a:endParaRPr lang="en-US"/>
        </a:p>
      </dgm:t>
    </dgm:pt>
    <dgm:pt modelId="{5AC43586-EA8D-480B-80FC-8B746F51C5EB}" type="parTrans" cxnId="{98FE89FD-0504-4391-BB5A-F2EEE43BD6FE}">
      <dgm:prSet/>
      <dgm:spPr/>
      <dgm:t>
        <a:bodyPr/>
        <a:lstStyle/>
        <a:p>
          <a:endParaRPr lang="en-US"/>
        </a:p>
      </dgm:t>
    </dgm:pt>
    <dgm:pt modelId="{5120AD24-B632-42B0-83DB-6376F4322071}" type="sibTrans" cxnId="{98FE89FD-0504-4391-BB5A-F2EEE43BD6FE}">
      <dgm:prSet/>
      <dgm:spPr/>
      <dgm:t>
        <a:bodyPr/>
        <a:lstStyle/>
        <a:p>
          <a:endParaRPr lang="en-US"/>
        </a:p>
      </dgm:t>
    </dgm:pt>
    <dgm:pt modelId="{3E7026FF-2FD6-45A7-B003-A9CA93A4052E}">
      <dgm:prSet/>
      <dgm:spPr/>
      <dgm:t>
        <a:bodyPr/>
        <a:lstStyle/>
        <a:p>
          <a:r>
            <a:rPr lang="en-IN"/>
            <a:t>Applied</a:t>
          </a:r>
          <a:endParaRPr lang="en-US"/>
        </a:p>
      </dgm:t>
    </dgm:pt>
    <dgm:pt modelId="{D00FFA92-D9F7-4B7E-9D82-F8A9CCB9BB08}" type="parTrans" cxnId="{AE7616C3-84C5-4FE9-AA09-2E5E945B24E2}">
      <dgm:prSet/>
      <dgm:spPr/>
      <dgm:t>
        <a:bodyPr/>
        <a:lstStyle/>
        <a:p>
          <a:endParaRPr lang="en-US"/>
        </a:p>
      </dgm:t>
    </dgm:pt>
    <dgm:pt modelId="{F1636397-856F-4BE7-B633-668A93172FCA}" type="sibTrans" cxnId="{AE7616C3-84C5-4FE9-AA09-2E5E945B24E2}">
      <dgm:prSet/>
      <dgm:spPr/>
      <dgm:t>
        <a:bodyPr/>
        <a:lstStyle/>
        <a:p>
          <a:endParaRPr lang="en-US"/>
        </a:p>
      </dgm:t>
    </dgm:pt>
    <dgm:pt modelId="{BC2F04C0-F9B3-468C-8C9F-4313C31316AA}">
      <dgm:prSet/>
      <dgm:spPr/>
      <dgm:t>
        <a:bodyPr/>
        <a:lstStyle/>
        <a:p>
          <a:r>
            <a:rPr lang="en-IN"/>
            <a:t>Shortlisted</a:t>
          </a:r>
          <a:endParaRPr lang="en-US"/>
        </a:p>
      </dgm:t>
    </dgm:pt>
    <dgm:pt modelId="{85F38DD7-E15D-41E9-AEA8-A46BEABA2D72}" type="parTrans" cxnId="{EAA5B6C4-2E91-42C8-A5CF-18CF225474A8}">
      <dgm:prSet/>
      <dgm:spPr/>
      <dgm:t>
        <a:bodyPr/>
        <a:lstStyle/>
        <a:p>
          <a:endParaRPr lang="en-US"/>
        </a:p>
      </dgm:t>
    </dgm:pt>
    <dgm:pt modelId="{AF31AAE7-8CCC-4451-97F5-7AC72FB5163A}" type="sibTrans" cxnId="{EAA5B6C4-2E91-42C8-A5CF-18CF225474A8}">
      <dgm:prSet/>
      <dgm:spPr/>
      <dgm:t>
        <a:bodyPr/>
        <a:lstStyle/>
        <a:p>
          <a:endParaRPr lang="en-US"/>
        </a:p>
      </dgm:t>
    </dgm:pt>
    <dgm:pt modelId="{58F37892-A656-4403-BEF9-D02673BFFCD7}">
      <dgm:prSet/>
      <dgm:spPr/>
      <dgm:t>
        <a:bodyPr/>
        <a:lstStyle/>
        <a:p>
          <a:r>
            <a:rPr lang="en-IN"/>
            <a:t>Interviewed</a:t>
          </a:r>
          <a:endParaRPr lang="en-US"/>
        </a:p>
      </dgm:t>
    </dgm:pt>
    <dgm:pt modelId="{99E5AD3F-CCB4-4E76-BE37-4A692BF42E3C}" type="parTrans" cxnId="{2052D3E4-6370-4B21-BE95-7BFE355649E9}">
      <dgm:prSet/>
      <dgm:spPr/>
      <dgm:t>
        <a:bodyPr/>
        <a:lstStyle/>
        <a:p>
          <a:endParaRPr lang="en-US"/>
        </a:p>
      </dgm:t>
    </dgm:pt>
    <dgm:pt modelId="{3D1ADC89-4017-4345-8CEE-3544B97862D3}" type="sibTrans" cxnId="{2052D3E4-6370-4B21-BE95-7BFE355649E9}">
      <dgm:prSet/>
      <dgm:spPr/>
      <dgm:t>
        <a:bodyPr/>
        <a:lstStyle/>
        <a:p>
          <a:endParaRPr lang="en-US"/>
        </a:p>
      </dgm:t>
    </dgm:pt>
    <dgm:pt modelId="{79FA7DAE-0D70-454D-8AE9-21D29329F501}">
      <dgm:prSet/>
      <dgm:spPr/>
      <dgm:t>
        <a:bodyPr/>
        <a:lstStyle/>
        <a:p>
          <a:r>
            <a:rPr lang="en-IN"/>
            <a:t>Selected</a:t>
          </a:r>
          <a:endParaRPr lang="en-US"/>
        </a:p>
      </dgm:t>
    </dgm:pt>
    <dgm:pt modelId="{9FB4CD94-3648-41FC-823A-A146403B3869}" type="parTrans" cxnId="{6A651B2D-2FA5-43F4-B4F5-06ED2746C7BA}">
      <dgm:prSet/>
      <dgm:spPr/>
      <dgm:t>
        <a:bodyPr/>
        <a:lstStyle/>
        <a:p>
          <a:endParaRPr lang="en-US"/>
        </a:p>
      </dgm:t>
    </dgm:pt>
    <dgm:pt modelId="{7FBEF729-B9A0-4159-9347-A60C4876E26D}" type="sibTrans" cxnId="{6A651B2D-2FA5-43F4-B4F5-06ED2746C7BA}">
      <dgm:prSet/>
      <dgm:spPr/>
      <dgm:t>
        <a:bodyPr/>
        <a:lstStyle/>
        <a:p>
          <a:endParaRPr lang="en-US"/>
        </a:p>
      </dgm:t>
    </dgm:pt>
    <dgm:pt modelId="{4EEB3F2F-FB39-4AA6-AF58-DA699EAD5C27}">
      <dgm:prSet/>
      <dgm:spPr/>
      <dgm:t>
        <a:bodyPr/>
        <a:lstStyle/>
        <a:p>
          <a:r>
            <a:rPr lang="en-IN"/>
            <a:t>Rejected</a:t>
          </a:r>
          <a:endParaRPr lang="en-US"/>
        </a:p>
      </dgm:t>
    </dgm:pt>
    <dgm:pt modelId="{BEA165C9-93B9-4E23-8806-8236173B1669}" type="parTrans" cxnId="{E4DE8332-F9E9-4C55-BB38-48FCCC6C6ED5}">
      <dgm:prSet/>
      <dgm:spPr/>
      <dgm:t>
        <a:bodyPr/>
        <a:lstStyle/>
        <a:p>
          <a:endParaRPr lang="en-US"/>
        </a:p>
      </dgm:t>
    </dgm:pt>
    <dgm:pt modelId="{8E67ED67-2A3F-42D1-B6C6-2D7A17B03C2B}" type="sibTrans" cxnId="{E4DE8332-F9E9-4C55-BB38-48FCCC6C6ED5}">
      <dgm:prSet/>
      <dgm:spPr/>
      <dgm:t>
        <a:bodyPr/>
        <a:lstStyle/>
        <a:p>
          <a:endParaRPr lang="en-US"/>
        </a:p>
      </dgm:t>
    </dgm:pt>
    <dgm:pt modelId="{FF47EDF7-28BB-44C3-B900-CD189727AD9F}">
      <dgm:prSet/>
      <dgm:spPr/>
      <dgm:t>
        <a:bodyPr/>
        <a:lstStyle/>
        <a:p>
          <a:r>
            <a:rPr lang="en-IN"/>
            <a:t>Final placement status is determined dynamically from application records.</a:t>
          </a:r>
          <a:endParaRPr lang="en-US"/>
        </a:p>
      </dgm:t>
    </dgm:pt>
    <dgm:pt modelId="{F49B3209-CAFA-419A-B5B7-58BC1675326C}" type="parTrans" cxnId="{C5C98AA3-3DA5-4B2E-98E7-36C9CC913272}">
      <dgm:prSet/>
      <dgm:spPr/>
      <dgm:t>
        <a:bodyPr/>
        <a:lstStyle/>
        <a:p>
          <a:endParaRPr lang="en-US"/>
        </a:p>
      </dgm:t>
    </dgm:pt>
    <dgm:pt modelId="{B4122D57-A5F8-4CC8-BA66-1439E439C62F}" type="sibTrans" cxnId="{C5C98AA3-3DA5-4B2E-98E7-36C9CC913272}">
      <dgm:prSet/>
      <dgm:spPr/>
      <dgm:t>
        <a:bodyPr/>
        <a:lstStyle/>
        <a:p>
          <a:endParaRPr lang="en-US"/>
        </a:p>
      </dgm:t>
    </dgm:pt>
    <dgm:pt modelId="{D28730ED-E6E4-4296-9D18-D21B5C1DE9AC}">
      <dgm:prSet/>
      <dgm:spPr/>
      <dgm:t>
        <a:bodyPr/>
        <a:lstStyle/>
        <a:p>
          <a:r>
            <a:rPr lang="en-IN" b="1"/>
            <a:t>SQL Implementation</a:t>
          </a:r>
          <a:endParaRPr lang="en-US"/>
        </a:p>
      </dgm:t>
    </dgm:pt>
    <dgm:pt modelId="{FA3EF238-E1C0-4D66-B1FD-DFF8AFE9ABB5}" type="parTrans" cxnId="{D647BF8D-4CE0-453F-93FD-58A48096EA92}">
      <dgm:prSet/>
      <dgm:spPr/>
      <dgm:t>
        <a:bodyPr/>
        <a:lstStyle/>
        <a:p>
          <a:endParaRPr lang="en-US"/>
        </a:p>
      </dgm:t>
    </dgm:pt>
    <dgm:pt modelId="{C8339425-01F2-47CE-8AB2-D46016E7D751}" type="sibTrans" cxnId="{D647BF8D-4CE0-453F-93FD-58A48096EA92}">
      <dgm:prSet/>
      <dgm:spPr/>
      <dgm:t>
        <a:bodyPr/>
        <a:lstStyle/>
        <a:p>
          <a:endParaRPr lang="en-US"/>
        </a:p>
      </dgm:t>
    </dgm:pt>
    <dgm:pt modelId="{75DDA944-7714-477E-A9F6-665BD2E99F83}">
      <dgm:prSet/>
      <dgm:spPr/>
      <dgm:t>
        <a:bodyPr/>
        <a:lstStyle/>
        <a:p>
          <a:r>
            <a:rPr lang="en-IN" b="1"/>
            <a:t>JOIN operations</a:t>
          </a:r>
          <a:r>
            <a:rPr lang="en-IN"/>
            <a:t> are used to retrieve student, company, and job role data</a:t>
          </a:r>
          <a:endParaRPr lang="en-US"/>
        </a:p>
      </dgm:t>
    </dgm:pt>
    <dgm:pt modelId="{720D0379-BDE4-4C77-9C63-5E82D89E8C25}" type="parTrans" cxnId="{DA4CEFE2-65B8-4EBF-BCBD-F5F937FC96FE}">
      <dgm:prSet/>
      <dgm:spPr/>
      <dgm:t>
        <a:bodyPr/>
        <a:lstStyle/>
        <a:p>
          <a:endParaRPr lang="en-US"/>
        </a:p>
      </dgm:t>
    </dgm:pt>
    <dgm:pt modelId="{ADD20D56-6572-4933-AF79-D2828F467B79}" type="sibTrans" cxnId="{DA4CEFE2-65B8-4EBF-BCBD-F5F937FC96FE}">
      <dgm:prSet/>
      <dgm:spPr/>
      <dgm:t>
        <a:bodyPr/>
        <a:lstStyle/>
        <a:p>
          <a:endParaRPr lang="en-US"/>
        </a:p>
      </dgm:t>
    </dgm:pt>
    <dgm:pt modelId="{006CEDB3-3079-4622-B4F2-A62AC7B9F535}">
      <dgm:prSet/>
      <dgm:spPr/>
      <dgm:t>
        <a:bodyPr/>
        <a:lstStyle/>
        <a:p>
          <a:r>
            <a:rPr lang="en-IN" b="1"/>
            <a:t>WHERE clause</a:t>
          </a:r>
          <a:r>
            <a:rPr lang="en-IN"/>
            <a:t> checks eligibility conditions</a:t>
          </a:r>
          <a:endParaRPr lang="en-US"/>
        </a:p>
      </dgm:t>
    </dgm:pt>
    <dgm:pt modelId="{8DDF25EB-0E0D-460B-B5C3-6A5EF7E55F90}" type="parTrans" cxnId="{AF2A3E54-351B-4686-AE0E-6FABB2506DC7}">
      <dgm:prSet/>
      <dgm:spPr/>
      <dgm:t>
        <a:bodyPr/>
        <a:lstStyle/>
        <a:p>
          <a:endParaRPr lang="en-US"/>
        </a:p>
      </dgm:t>
    </dgm:pt>
    <dgm:pt modelId="{C3818C73-77B6-4D68-B009-912B49CD341A}" type="sibTrans" cxnId="{AF2A3E54-351B-4686-AE0E-6FABB2506DC7}">
      <dgm:prSet/>
      <dgm:spPr/>
      <dgm:t>
        <a:bodyPr/>
        <a:lstStyle/>
        <a:p>
          <a:endParaRPr lang="en-US"/>
        </a:p>
      </dgm:t>
    </dgm:pt>
    <dgm:pt modelId="{76FA26CF-8C51-45F0-B984-7F3ABE6ED0D5}">
      <dgm:prSet/>
      <dgm:spPr/>
      <dgm:t>
        <a:bodyPr/>
        <a:lstStyle/>
        <a:p>
          <a:r>
            <a:rPr lang="en-IN" b="1"/>
            <a:t>UPDATE queries</a:t>
          </a:r>
          <a:r>
            <a:rPr lang="en-IN"/>
            <a:t> modify application status</a:t>
          </a:r>
          <a:endParaRPr lang="en-US"/>
        </a:p>
      </dgm:t>
    </dgm:pt>
    <dgm:pt modelId="{68CA38BF-14A9-4687-83A6-2F460D1F2FAA}" type="parTrans" cxnId="{9215E1B3-622E-4449-986D-061B09EC3AB7}">
      <dgm:prSet/>
      <dgm:spPr/>
      <dgm:t>
        <a:bodyPr/>
        <a:lstStyle/>
        <a:p>
          <a:endParaRPr lang="en-US"/>
        </a:p>
      </dgm:t>
    </dgm:pt>
    <dgm:pt modelId="{4B5ABB31-C31E-490E-9E63-E4CA9C84041B}" type="sibTrans" cxnId="{9215E1B3-622E-4449-986D-061B09EC3AB7}">
      <dgm:prSet/>
      <dgm:spPr/>
      <dgm:t>
        <a:bodyPr/>
        <a:lstStyle/>
        <a:p>
          <a:endParaRPr lang="en-US"/>
        </a:p>
      </dgm:t>
    </dgm:pt>
    <dgm:pt modelId="{7D33B6FA-C45E-461E-B1B5-13AF18971422}">
      <dgm:prSet/>
      <dgm:spPr/>
      <dgm:t>
        <a:bodyPr/>
        <a:lstStyle/>
        <a:p>
          <a:r>
            <a:rPr lang="en-IN" b="1"/>
            <a:t>COUNT and SUM functions</a:t>
          </a:r>
          <a:r>
            <a:rPr lang="en-IN"/>
            <a:t> generate placement reports</a:t>
          </a:r>
          <a:endParaRPr lang="en-US"/>
        </a:p>
      </dgm:t>
    </dgm:pt>
    <dgm:pt modelId="{151F4A2D-6B8A-4298-9E0B-81C8A06E7E55}" type="parTrans" cxnId="{FE372050-4E18-47F4-9BBA-B107B2EEE916}">
      <dgm:prSet/>
      <dgm:spPr/>
      <dgm:t>
        <a:bodyPr/>
        <a:lstStyle/>
        <a:p>
          <a:endParaRPr lang="en-US"/>
        </a:p>
      </dgm:t>
    </dgm:pt>
    <dgm:pt modelId="{57296661-AEF5-4135-92E5-926C718D2709}" type="sibTrans" cxnId="{FE372050-4E18-47F4-9BBA-B107B2EEE916}">
      <dgm:prSet/>
      <dgm:spPr/>
      <dgm:t>
        <a:bodyPr/>
        <a:lstStyle/>
        <a:p>
          <a:endParaRPr lang="en-US"/>
        </a:p>
      </dgm:t>
    </dgm:pt>
    <dgm:pt modelId="{D53696A5-024F-456B-8E03-534298C31283}">
      <dgm:prSet/>
      <dgm:spPr/>
      <dgm:t>
        <a:bodyPr/>
        <a:lstStyle/>
        <a:p>
          <a:r>
            <a:rPr lang="en-IN"/>
            <a:t>Final selection results are computed dynamically using SQL queries</a:t>
          </a:r>
          <a:endParaRPr lang="en-US"/>
        </a:p>
      </dgm:t>
    </dgm:pt>
    <dgm:pt modelId="{16329038-CE89-4492-8888-0B9291BC93BF}" type="parTrans" cxnId="{8D44B50D-FB69-40EC-B39C-17B49C6D69E8}">
      <dgm:prSet/>
      <dgm:spPr/>
      <dgm:t>
        <a:bodyPr/>
        <a:lstStyle/>
        <a:p>
          <a:endParaRPr lang="en-US"/>
        </a:p>
      </dgm:t>
    </dgm:pt>
    <dgm:pt modelId="{13AC49A8-410A-4CCD-82C8-B4B1CDBA85A4}" type="sibTrans" cxnId="{8D44B50D-FB69-40EC-B39C-17B49C6D69E8}">
      <dgm:prSet/>
      <dgm:spPr/>
      <dgm:t>
        <a:bodyPr/>
        <a:lstStyle/>
        <a:p>
          <a:endParaRPr lang="en-US"/>
        </a:p>
      </dgm:t>
    </dgm:pt>
    <dgm:pt modelId="{D11B7183-FBE5-9247-8BE3-BE02B7AEE802}" type="pres">
      <dgm:prSet presAssocID="{9C29E33C-1497-4FFB-8D09-AC7E016019CF}" presName="cycle" presStyleCnt="0">
        <dgm:presLayoutVars>
          <dgm:dir/>
          <dgm:resizeHandles val="exact"/>
        </dgm:presLayoutVars>
      </dgm:prSet>
      <dgm:spPr/>
    </dgm:pt>
    <dgm:pt modelId="{2C08024C-18BC-E745-9BC3-7CE7316D36D5}" type="pres">
      <dgm:prSet presAssocID="{8E6CAD80-8AB9-47AA-8F9B-0E496F2BF7D5}" presName="node" presStyleLbl="node1" presStyleIdx="0" presStyleCnt="3">
        <dgm:presLayoutVars>
          <dgm:bulletEnabled val="1"/>
        </dgm:presLayoutVars>
      </dgm:prSet>
      <dgm:spPr/>
    </dgm:pt>
    <dgm:pt modelId="{AAE79A17-69E7-F14E-A5A7-6AC751ABAC7C}" type="pres">
      <dgm:prSet presAssocID="{8E6CAD80-8AB9-47AA-8F9B-0E496F2BF7D5}" presName="spNode" presStyleCnt="0"/>
      <dgm:spPr/>
    </dgm:pt>
    <dgm:pt modelId="{AA850818-6BA5-534A-93B6-414A77C47BDF}" type="pres">
      <dgm:prSet presAssocID="{DD460606-FF5C-4E61-84A1-0715491DFE89}" presName="sibTrans" presStyleLbl="sibTrans1D1" presStyleIdx="0" presStyleCnt="3"/>
      <dgm:spPr/>
    </dgm:pt>
    <dgm:pt modelId="{99313FE9-9330-8D49-8092-3AC9FB65E8C1}" type="pres">
      <dgm:prSet presAssocID="{CDFDC10B-4AED-467E-92E0-D6AE230AA815}" presName="node" presStyleLbl="node1" presStyleIdx="1" presStyleCnt="3">
        <dgm:presLayoutVars>
          <dgm:bulletEnabled val="1"/>
        </dgm:presLayoutVars>
      </dgm:prSet>
      <dgm:spPr/>
    </dgm:pt>
    <dgm:pt modelId="{82F6A29B-F8CA-C94D-81AD-36D35DB40ADD}" type="pres">
      <dgm:prSet presAssocID="{CDFDC10B-4AED-467E-92E0-D6AE230AA815}" presName="spNode" presStyleCnt="0"/>
      <dgm:spPr/>
    </dgm:pt>
    <dgm:pt modelId="{32005E17-8457-564E-A978-B015369642D5}" type="pres">
      <dgm:prSet presAssocID="{67EB61B7-6F3E-421F-B008-DEEC3BDAF2EA}" presName="sibTrans" presStyleLbl="sibTrans1D1" presStyleIdx="1" presStyleCnt="3"/>
      <dgm:spPr/>
    </dgm:pt>
    <dgm:pt modelId="{A843586D-948A-2F43-BFB6-446DBCFB32A8}" type="pres">
      <dgm:prSet presAssocID="{D28730ED-E6E4-4296-9D18-D21B5C1DE9AC}" presName="node" presStyleLbl="node1" presStyleIdx="2" presStyleCnt="3">
        <dgm:presLayoutVars>
          <dgm:bulletEnabled val="1"/>
        </dgm:presLayoutVars>
      </dgm:prSet>
      <dgm:spPr/>
    </dgm:pt>
    <dgm:pt modelId="{EA108D31-D229-4541-B996-833059D052BB}" type="pres">
      <dgm:prSet presAssocID="{D28730ED-E6E4-4296-9D18-D21B5C1DE9AC}" presName="spNode" presStyleCnt="0"/>
      <dgm:spPr/>
    </dgm:pt>
    <dgm:pt modelId="{0414DC21-7FF7-8444-924F-D8A2F1A2B6BA}" type="pres">
      <dgm:prSet presAssocID="{C8339425-01F2-47CE-8AB2-D46016E7D751}" presName="sibTrans" presStyleLbl="sibTrans1D1" presStyleIdx="2" presStyleCnt="3"/>
      <dgm:spPr/>
    </dgm:pt>
  </dgm:ptLst>
  <dgm:cxnLst>
    <dgm:cxn modelId="{8D44B50D-FB69-40EC-B39C-17B49C6D69E8}" srcId="{D28730ED-E6E4-4296-9D18-D21B5C1DE9AC}" destId="{D53696A5-024F-456B-8E03-534298C31283}" srcOrd="4" destOrd="0" parTransId="{16329038-CE89-4492-8888-0B9291BC93BF}" sibTransId="{13AC49A8-410A-4CCD-82C8-B4B1CDBA85A4}"/>
    <dgm:cxn modelId="{E8A2480E-835D-469C-BF6A-B397C8AAAB39}" srcId="{8E6CAD80-8AB9-47AA-8F9B-0E496F2BF7D5}" destId="{BFB771DE-1C54-4F03-9755-2236FC80722C}" srcOrd="1" destOrd="0" parTransId="{B6899DE6-7B48-433C-8BA3-CDFBDED16954}" sibTransId="{EE0BA622-4762-45D5-B07B-718F424FB2A0}"/>
    <dgm:cxn modelId="{9C444710-47F5-4FF2-8F50-3560C2334018}" srcId="{8E6CAD80-8AB9-47AA-8F9B-0E496F2BF7D5}" destId="{EE745A38-BDEC-4807-A3F1-0872A8CEA537}" srcOrd="6" destOrd="0" parTransId="{632E4257-6F5F-48AB-807A-5C6B66799A02}" sibTransId="{7D2B00E8-4E66-4601-A7EC-35F3D30F3EE9}"/>
    <dgm:cxn modelId="{CF1A0411-C4FE-4CEB-874D-AAEB42BD742A}" srcId="{9C29E33C-1497-4FFB-8D09-AC7E016019CF}" destId="{8E6CAD80-8AB9-47AA-8F9B-0E496F2BF7D5}" srcOrd="0" destOrd="0" parTransId="{708A2DC7-A354-410A-9BE8-93D177FB6A25}" sibTransId="{DD460606-FF5C-4E61-84A1-0715491DFE89}"/>
    <dgm:cxn modelId="{8F45C411-AB4E-F742-BA81-CAFD26D8C273}" type="presOf" srcId="{9CED81B2-53C3-40B4-A524-E232C615279D}" destId="{99313FE9-9330-8D49-8092-3AC9FB65E8C1}" srcOrd="0" destOrd="1" presId="urn:microsoft.com/office/officeart/2005/8/layout/cycle5"/>
    <dgm:cxn modelId="{4DF34012-F15C-8A4E-91D6-E36CD74D4D02}" type="presOf" srcId="{BE69D2AB-99BC-48A0-90DD-5D81D0E7086A}" destId="{2C08024C-18BC-E745-9BC3-7CE7316D36D5}" srcOrd="0" destOrd="3" presId="urn:microsoft.com/office/officeart/2005/8/layout/cycle5"/>
    <dgm:cxn modelId="{F4538E15-45F6-B440-8C1C-DF1258572D48}" type="presOf" srcId="{2DC723B0-AD55-4395-B713-808C0D200315}" destId="{2C08024C-18BC-E745-9BC3-7CE7316D36D5}" srcOrd="0" destOrd="5" presId="urn:microsoft.com/office/officeart/2005/8/layout/cycle5"/>
    <dgm:cxn modelId="{AA706816-08C2-3241-A8D8-2D1C62E58D44}" type="presOf" srcId="{58F37892-A656-4403-BEF9-D02673BFFCD7}" destId="{99313FE9-9330-8D49-8092-3AC9FB65E8C1}" srcOrd="0" destOrd="4" presId="urn:microsoft.com/office/officeart/2005/8/layout/cycle5"/>
    <dgm:cxn modelId="{9E2FB016-5CB4-704D-9584-DE3F201EC36D}" type="presOf" srcId="{8E6CAD80-8AB9-47AA-8F9B-0E496F2BF7D5}" destId="{2C08024C-18BC-E745-9BC3-7CE7316D36D5}" srcOrd="0" destOrd="0" presId="urn:microsoft.com/office/officeart/2005/8/layout/cycle5"/>
    <dgm:cxn modelId="{5BA17C1E-5CE0-4F22-B8CE-19321DA1B81B}" srcId="{8E6CAD80-8AB9-47AA-8F9B-0E496F2BF7D5}" destId="{78142834-300C-4D8E-957F-B2F0F12FB67F}" srcOrd="5" destOrd="0" parTransId="{CEC52C8A-777A-45EA-89E0-055842F231EB}" sibTransId="{AA02469B-1DA8-451D-818F-57DE9523E4FF}"/>
    <dgm:cxn modelId="{F4ACAA25-39F2-384B-8D23-535975E6D84A}" type="presOf" srcId="{EE745A38-BDEC-4807-A3F1-0872A8CEA537}" destId="{2C08024C-18BC-E745-9BC3-7CE7316D36D5}" srcOrd="0" destOrd="7" presId="urn:microsoft.com/office/officeart/2005/8/layout/cycle5"/>
    <dgm:cxn modelId="{6A651B2D-2FA5-43F4-B4F5-06ED2746C7BA}" srcId="{CDFDC10B-4AED-467E-92E0-D6AE230AA815}" destId="{79FA7DAE-0D70-454D-8AE9-21D29329F501}" srcOrd="4" destOrd="0" parTransId="{9FB4CD94-3648-41FC-823A-A146403B3869}" sibTransId="{7FBEF729-B9A0-4159-9347-A60C4876E26D}"/>
    <dgm:cxn modelId="{E4DE8332-F9E9-4C55-BB38-48FCCC6C6ED5}" srcId="{CDFDC10B-4AED-467E-92E0-D6AE230AA815}" destId="{4EEB3F2F-FB39-4AA6-AF58-DA699EAD5C27}" srcOrd="5" destOrd="0" parTransId="{BEA165C9-93B9-4E23-8806-8236173B1669}" sibTransId="{8E67ED67-2A3F-42D1-B6C6-2D7A17B03C2B}"/>
    <dgm:cxn modelId="{EA0FA839-1869-4E5E-9562-CE63DB1B4F63}" srcId="{8E6CAD80-8AB9-47AA-8F9B-0E496F2BF7D5}" destId="{04BE7E7C-C6B6-4177-A7F0-B6BC527915F7}" srcOrd="3" destOrd="0" parTransId="{56F0DE5E-F553-4089-89F3-E9F8490CF90B}" sibTransId="{2607C3C7-216A-4CB3-B4A4-7262EA3A90C4}"/>
    <dgm:cxn modelId="{BF6BDB3A-16A8-4E42-A8EC-49D21F41F63F}" type="presOf" srcId="{3E7026FF-2FD6-45A7-B003-A9CA93A4052E}" destId="{99313FE9-9330-8D49-8092-3AC9FB65E8C1}" srcOrd="0" destOrd="2" presId="urn:microsoft.com/office/officeart/2005/8/layout/cycle5"/>
    <dgm:cxn modelId="{F04B8E3D-FD2A-FA45-B07D-349377DFEEE9}" type="presOf" srcId="{FF47EDF7-28BB-44C3-B900-CD189727AD9F}" destId="{99313FE9-9330-8D49-8092-3AC9FB65E8C1}" srcOrd="0" destOrd="7" presId="urn:microsoft.com/office/officeart/2005/8/layout/cycle5"/>
    <dgm:cxn modelId="{A11AE545-8822-B24F-A1EF-1A81190CC0AF}" type="presOf" srcId="{D28730ED-E6E4-4296-9D18-D21B5C1DE9AC}" destId="{A843586D-948A-2F43-BFB6-446DBCFB32A8}" srcOrd="0" destOrd="0" presId="urn:microsoft.com/office/officeart/2005/8/layout/cycle5"/>
    <dgm:cxn modelId="{4BB41F4F-8E42-AC48-9FC8-0DAE691421CF}" type="presOf" srcId="{DD460606-FF5C-4E61-84A1-0715491DFE89}" destId="{AA850818-6BA5-534A-93B6-414A77C47BDF}" srcOrd="0" destOrd="0" presId="urn:microsoft.com/office/officeart/2005/8/layout/cycle5"/>
    <dgm:cxn modelId="{FE372050-4E18-47F4-9BBA-B107B2EEE916}" srcId="{D28730ED-E6E4-4296-9D18-D21B5C1DE9AC}" destId="{7D33B6FA-C45E-461E-B1B5-13AF18971422}" srcOrd="3" destOrd="0" parTransId="{151F4A2D-6B8A-4298-9E0B-81C8A06E7E55}" sibTransId="{57296661-AEF5-4135-92E5-926C718D2709}"/>
    <dgm:cxn modelId="{AF2A3E54-351B-4686-AE0E-6FABB2506DC7}" srcId="{D28730ED-E6E4-4296-9D18-D21B5C1DE9AC}" destId="{006CEDB3-3079-4622-B4F2-A62AC7B9F535}" srcOrd="1" destOrd="0" parTransId="{8DDF25EB-0E0D-460B-B5C3-6A5EF7E55F90}" sibTransId="{C3818C73-77B6-4D68-B009-912B49CD341A}"/>
    <dgm:cxn modelId="{C9127F65-56BC-9642-BE89-7EC88C4D34D9}" type="presOf" srcId="{7D33B6FA-C45E-461E-B1B5-13AF18971422}" destId="{A843586D-948A-2F43-BFB6-446DBCFB32A8}" srcOrd="0" destOrd="4" presId="urn:microsoft.com/office/officeart/2005/8/layout/cycle5"/>
    <dgm:cxn modelId="{3DA4DE6B-39CA-854A-BCE5-625DA101970E}" type="presOf" srcId="{78142834-300C-4D8E-957F-B2F0F12FB67F}" destId="{2C08024C-18BC-E745-9BC3-7CE7316D36D5}" srcOrd="0" destOrd="6" presId="urn:microsoft.com/office/officeart/2005/8/layout/cycle5"/>
    <dgm:cxn modelId="{9A150B75-5AD8-43DD-A286-E9475CA2BCE5}" srcId="{9C29E33C-1497-4FFB-8D09-AC7E016019CF}" destId="{CDFDC10B-4AED-467E-92E0-D6AE230AA815}" srcOrd="1" destOrd="0" parTransId="{4BE61283-7B16-441F-BD49-6CB5E8FE9E4C}" sibTransId="{67EB61B7-6F3E-421F-B008-DEEC3BDAF2EA}"/>
    <dgm:cxn modelId="{C789A281-E662-4477-8111-06203F238DB3}" srcId="{8E6CAD80-8AB9-47AA-8F9B-0E496F2BF7D5}" destId="{2DC723B0-AD55-4395-B713-808C0D200315}" srcOrd="4" destOrd="0" parTransId="{E4250348-A3A7-4265-A967-2315B24A8CC0}" sibTransId="{786B2E54-37A9-4995-B163-60A4A2FA3D8D}"/>
    <dgm:cxn modelId="{72D1E581-667B-B043-A847-907286FDCD6A}" type="presOf" srcId="{08A08667-F026-4CD5-B85F-39C761AE6888}" destId="{2C08024C-18BC-E745-9BC3-7CE7316D36D5}" srcOrd="0" destOrd="1" presId="urn:microsoft.com/office/officeart/2005/8/layout/cycle5"/>
    <dgm:cxn modelId="{C0039F84-E493-3249-A0F5-59ECDAB8930B}" type="presOf" srcId="{76FA26CF-8C51-45F0-B984-7F3ABE6ED0D5}" destId="{A843586D-948A-2F43-BFB6-446DBCFB32A8}" srcOrd="0" destOrd="3" presId="urn:microsoft.com/office/officeart/2005/8/layout/cycle5"/>
    <dgm:cxn modelId="{DED14A8D-C86B-924D-9CA5-9BF52502DB4D}" type="presOf" srcId="{D53696A5-024F-456B-8E03-534298C31283}" destId="{A843586D-948A-2F43-BFB6-446DBCFB32A8}" srcOrd="0" destOrd="5" presId="urn:microsoft.com/office/officeart/2005/8/layout/cycle5"/>
    <dgm:cxn modelId="{D647BF8D-4CE0-453F-93FD-58A48096EA92}" srcId="{9C29E33C-1497-4FFB-8D09-AC7E016019CF}" destId="{D28730ED-E6E4-4296-9D18-D21B5C1DE9AC}" srcOrd="2" destOrd="0" parTransId="{FA3EF238-E1C0-4D66-B1FD-DFF8AFE9ABB5}" sibTransId="{C8339425-01F2-47CE-8AB2-D46016E7D751}"/>
    <dgm:cxn modelId="{22597F91-2771-AC44-9645-1FE6E9DA339A}" type="presOf" srcId="{C8339425-01F2-47CE-8AB2-D46016E7D751}" destId="{0414DC21-7FF7-8444-924F-D8A2F1A2B6BA}" srcOrd="0" destOrd="0" presId="urn:microsoft.com/office/officeart/2005/8/layout/cycle5"/>
    <dgm:cxn modelId="{FC520CA3-1FAF-4D1F-86BD-C90692A83E1D}" srcId="{8E6CAD80-8AB9-47AA-8F9B-0E496F2BF7D5}" destId="{BE69D2AB-99BC-48A0-90DD-5D81D0E7086A}" srcOrd="2" destOrd="0" parTransId="{F9CFCF75-9B96-4B6C-B091-BABD586218D5}" sibTransId="{7165EEF9-A7AA-4010-9869-F6B43559A8C7}"/>
    <dgm:cxn modelId="{C5C98AA3-3DA5-4B2E-98E7-36C9CC913272}" srcId="{CDFDC10B-4AED-467E-92E0-D6AE230AA815}" destId="{FF47EDF7-28BB-44C3-B900-CD189727AD9F}" srcOrd="6" destOrd="0" parTransId="{F49B3209-CAFA-419A-B5B7-58BC1675326C}" sibTransId="{B4122D57-A5F8-4CC8-BA66-1439E439C62F}"/>
    <dgm:cxn modelId="{7A02A5B0-8908-5A45-AA3F-C4808E904F71}" type="presOf" srcId="{67EB61B7-6F3E-421F-B008-DEEC3BDAF2EA}" destId="{32005E17-8457-564E-A978-B015369642D5}" srcOrd="0" destOrd="0" presId="urn:microsoft.com/office/officeart/2005/8/layout/cycle5"/>
    <dgm:cxn modelId="{9215E1B3-622E-4449-986D-061B09EC3AB7}" srcId="{D28730ED-E6E4-4296-9D18-D21B5C1DE9AC}" destId="{76FA26CF-8C51-45F0-B984-7F3ABE6ED0D5}" srcOrd="2" destOrd="0" parTransId="{68CA38BF-14A9-4687-83A6-2F460D1F2FAA}" sibTransId="{4B5ABB31-C31E-490E-9E63-E4CA9C84041B}"/>
    <dgm:cxn modelId="{87681FBA-33ED-FA42-94CD-6294519125B2}" type="presOf" srcId="{BFB771DE-1C54-4F03-9755-2236FC80722C}" destId="{2C08024C-18BC-E745-9BC3-7CE7316D36D5}" srcOrd="0" destOrd="2" presId="urn:microsoft.com/office/officeart/2005/8/layout/cycle5"/>
    <dgm:cxn modelId="{40CEF7BE-9659-3547-B068-3C068DD2CF98}" type="presOf" srcId="{9C29E33C-1497-4FFB-8D09-AC7E016019CF}" destId="{D11B7183-FBE5-9247-8BE3-BE02B7AEE802}" srcOrd="0" destOrd="0" presId="urn:microsoft.com/office/officeart/2005/8/layout/cycle5"/>
    <dgm:cxn modelId="{AE7616C3-84C5-4FE9-AA09-2E5E945B24E2}" srcId="{CDFDC10B-4AED-467E-92E0-D6AE230AA815}" destId="{3E7026FF-2FD6-45A7-B003-A9CA93A4052E}" srcOrd="1" destOrd="0" parTransId="{D00FFA92-D9F7-4B7E-9D82-F8A9CCB9BB08}" sibTransId="{F1636397-856F-4BE7-B633-668A93172FCA}"/>
    <dgm:cxn modelId="{EAA5B6C4-2E91-42C8-A5CF-18CF225474A8}" srcId="{CDFDC10B-4AED-467E-92E0-D6AE230AA815}" destId="{BC2F04C0-F9B3-468C-8C9F-4313C31316AA}" srcOrd="2" destOrd="0" parTransId="{85F38DD7-E15D-41E9-AEA8-A46BEABA2D72}" sibTransId="{AF31AAE7-8CCC-4451-97F5-7AC72FB5163A}"/>
    <dgm:cxn modelId="{F041B4C9-DA9A-D940-AFAF-172B989C321C}" type="presOf" srcId="{4EEB3F2F-FB39-4AA6-AF58-DA699EAD5C27}" destId="{99313FE9-9330-8D49-8092-3AC9FB65E8C1}" srcOrd="0" destOrd="6" presId="urn:microsoft.com/office/officeart/2005/8/layout/cycle5"/>
    <dgm:cxn modelId="{494CC9C9-657D-894D-A639-6A03E47B5089}" type="presOf" srcId="{79FA7DAE-0D70-454D-8AE9-21D29329F501}" destId="{99313FE9-9330-8D49-8092-3AC9FB65E8C1}" srcOrd="0" destOrd="5" presId="urn:microsoft.com/office/officeart/2005/8/layout/cycle5"/>
    <dgm:cxn modelId="{002C2BD3-C588-D648-A8AA-612DA7074805}" type="presOf" srcId="{006CEDB3-3079-4622-B4F2-A62AC7B9F535}" destId="{A843586D-948A-2F43-BFB6-446DBCFB32A8}" srcOrd="0" destOrd="2" presId="urn:microsoft.com/office/officeart/2005/8/layout/cycle5"/>
    <dgm:cxn modelId="{4A1941D6-B2FF-4AB7-8237-1FF026AA21C3}" srcId="{8E6CAD80-8AB9-47AA-8F9B-0E496F2BF7D5}" destId="{08A08667-F026-4CD5-B85F-39C761AE6888}" srcOrd="0" destOrd="0" parTransId="{67120281-FB82-40FB-8FFB-2B1A06528F05}" sibTransId="{B3A2EB09-C75A-4141-8C43-B6B9DCA8AFD8}"/>
    <dgm:cxn modelId="{A8CC3ED9-FACF-DC4B-A5B0-9169735F1134}" type="presOf" srcId="{75DDA944-7714-477E-A9F6-665BD2E99F83}" destId="{A843586D-948A-2F43-BFB6-446DBCFB32A8}" srcOrd="0" destOrd="1" presId="urn:microsoft.com/office/officeart/2005/8/layout/cycle5"/>
    <dgm:cxn modelId="{DA4CEFE2-65B8-4EBF-BCBD-F5F937FC96FE}" srcId="{D28730ED-E6E4-4296-9D18-D21B5C1DE9AC}" destId="{75DDA944-7714-477E-A9F6-665BD2E99F83}" srcOrd="0" destOrd="0" parTransId="{720D0379-BDE4-4C77-9C63-5E82D89E8C25}" sibTransId="{ADD20D56-6572-4933-AF79-D2828F467B79}"/>
    <dgm:cxn modelId="{2052D3E4-6370-4B21-BE95-7BFE355649E9}" srcId="{CDFDC10B-4AED-467E-92E0-D6AE230AA815}" destId="{58F37892-A656-4403-BEF9-D02673BFFCD7}" srcOrd="3" destOrd="0" parTransId="{99E5AD3F-CCB4-4E76-BE37-4A692BF42E3C}" sibTransId="{3D1ADC89-4017-4345-8CEE-3544B97862D3}"/>
    <dgm:cxn modelId="{A2DC03E9-3C1D-1F48-B947-74BE0E21D6E0}" type="presOf" srcId="{04BE7E7C-C6B6-4177-A7F0-B6BC527915F7}" destId="{2C08024C-18BC-E745-9BC3-7CE7316D36D5}" srcOrd="0" destOrd="4" presId="urn:microsoft.com/office/officeart/2005/8/layout/cycle5"/>
    <dgm:cxn modelId="{7F95F6F0-05BC-9043-B7D9-2BC751D62543}" type="presOf" srcId="{BC2F04C0-F9B3-468C-8C9F-4313C31316AA}" destId="{99313FE9-9330-8D49-8092-3AC9FB65E8C1}" srcOrd="0" destOrd="3" presId="urn:microsoft.com/office/officeart/2005/8/layout/cycle5"/>
    <dgm:cxn modelId="{16EA72F3-8146-8344-9B72-CB977741FB4A}" type="presOf" srcId="{CDFDC10B-4AED-467E-92E0-D6AE230AA815}" destId="{99313FE9-9330-8D49-8092-3AC9FB65E8C1}" srcOrd="0" destOrd="0" presId="urn:microsoft.com/office/officeart/2005/8/layout/cycle5"/>
    <dgm:cxn modelId="{98FE89FD-0504-4391-BB5A-F2EEE43BD6FE}" srcId="{CDFDC10B-4AED-467E-92E0-D6AE230AA815}" destId="{9CED81B2-53C3-40B4-A524-E232C615279D}" srcOrd="0" destOrd="0" parTransId="{5AC43586-EA8D-480B-80FC-8B746F51C5EB}" sibTransId="{5120AD24-B632-42B0-83DB-6376F4322071}"/>
    <dgm:cxn modelId="{DB202EB6-86B6-B547-91B2-9F008490A7F8}" type="presParOf" srcId="{D11B7183-FBE5-9247-8BE3-BE02B7AEE802}" destId="{2C08024C-18BC-E745-9BC3-7CE7316D36D5}" srcOrd="0" destOrd="0" presId="urn:microsoft.com/office/officeart/2005/8/layout/cycle5"/>
    <dgm:cxn modelId="{39BE8D00-16D9-9340-925C-0CD49ACF9F77}" type="presParOf" srcId="{D11B7183-FBE5-9247-8BE3-BE02B7AEE802}" destId="{AAE79A17-69E7-F14E-A5A7-6AC751ABAC7C}" srcOrd="1" destOrd="0" presId="urn:microsoft.com/office/officeart/2005/8/layout/cycle5"/>
    <dgm:cxn modelId="{F1182863-47D3-3B4A-B86C-0E68EFD8829C}" type="presParOf" srcId="{D11B7183-FBE5-9247-8BE3-BE02B7AEE802}" destId="{AA850818-6BA5-534A-93B6-414A77C47BDF}" srcOrd="2" destOrd="0" presId="urn:microsoft.com/office/officeart/2005/8/layout/cycle5"/>
    <dgm:cxn modelId="{58823EF4-CA19-5548-AA98-2D6938F0E166}" type="presParOf" srcId="{D11B7183-FBE5-9247-8BE3-BE02B7AEE802}" destId="{99313FE9-9330-8D49-8092-3AC9FB65E8C1}" srcOrd="3" destOrd="0" presId="urn:microsoft.com/office/officeart/2005/8/layout/cycle5"/>
    <dgm:cxn modelId="{DB9D5100-90AF-0546-AB5A-4A43B43CE20C}" type="presParOf" srcId="{D11B7183-FBE5-9247-8BE3-BE02B7AEE802}" destId="{82F6A29B-F8CA-C94D-81AD-36D35DB40ADD}" srcOrd="4" destOrd="0" presId="urn:microsoft.com/office/officeart/2005/8/layout/cycle5"/>
    <dgm:cxn modelId="{862AF2D4-AE82-2241-BE1D-7AA2C6B99C14}" type="presParOf" srcId="{D11B7183-FBE5-9247-8BE3-BE02B7AEE802}" destId="{32005E17-8457-564E-A978-B015369642D5}" srcOrd="5" destOrd="0" presId="urn:microsoft.com/office/officeart/2005/8/layout/cycle5"/>
    <dgm:cxn modelId="{99EAFDB8-3398-8E43-8606-C76764A7EDCB}" type="presParOf" srcId="{D11B7183-FBE5-9247-8BE3-BE02B7AEE802}" destId="{A843586D-948A-2F43-BFB6-446DBCFB32A8}" srcOrd="6" destOrd="0" presId="urn:microsoft.com/office/officeart/2005/8/layout/cycle5"/>
    <dgm:cxn modelId="{71B3C0ED-63C9-984C-ABBC-2C687CEE840C}" type="presParOf" srcId="{D11B7183-FBE5-9247-8BE3-BE02B7AEE802}" destId="{EA108D31-D229-4541-B996-833059D052BB}" srcOrd="7" destOrd="0" presId="urn:microsoft.com/office/officeart/2005/8/layout/cycle5"/>
    <dgm:cxn modelId="{5B3A5FF5-7E4E-514E-94E4-10FB4CB0F58E}" type="presParOf" srcId="{D11B7183-FBE5-9247-8BE3-BE02B7AEE802}" destId="{0414DC21-7FF7-8444-924F-D8A2F1A2B6BA}" srcOrd="8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DB64E1-D97F-A041-A172-30B50823B529}">
      <dsp:nvSpPr>
        <dsp:cNvPr id="0" name=""/>
        <dsp:cNvSpPr/>
      </dsp:nvSpPr>
      <dsp:spPr>
        <a:xfrm>
          <a:off x="9534" y="714106"/>
          <a:ext cx="3773473" cy="1132042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76" tIns="139776" rIns="139776" bIns="13977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/>
            <a:t>Identified Entities</a:t>
          </a:r>
          <a:endParaRPr lang="en-US" sz="2800" kern="1200"/>
        </a:p>
      </dsp:txBody>
      <dsp:txXfrm>
        <a:off x="349147" y="714106"/>
        <a:ext cx="3094247" cy="1132042"/>
      </dsp:txXfrm>
    </dsp:sp>
    <dsp:sp modelId="{5430489F-4582-C340-97F6-F76902B6E7E6}">
      <dsp:nvSpPr>
        <dsp:cNvPr id="0" name=""/>
        <dsp:cNvSpPr/>
      </dsp:nvSpPr>
      <dsp:spPr>
        <a:xfrm>
          <a:off x="9534" y="1846148"/>
          <a:ext cx="3433861" cy="271278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1351" tIns="271351" rIns="271351" bIns="542703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Student</a:t>
          </a:r>
          <a:endParaRPr lang="en-US" sz="2000" kern="120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Company</a:t>
          </a:r>
          <a:endParaRPr lang="en-US" sz="2000" kern="120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JobRole</a:t>
          </a:r>
          <a:endParaRPr lang="en-US" sz="2000" kern="120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Application (Bridge Table)</a:t>
          </a:r>
          <a:endParaRPr lang="en-US" sz="2000" kern="120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Department</a:t>
          </a:r>
          <a:endParaRPr lang="en-US" sz="2000" kern="1200"/>
        </a:p>
      </dsp:txBody>
      <dsp:txXfrm>
        <a:off x="9534" y="1846148"/>
        <a:ext cx="3433861" cy="2712785"/>
      </dsp:txXfrm>
    </dsp:sp>
    <dsp:sp modelId="{350D411D-0313-8B4B-A7A0-E419ADCADDDB}">
      <dsp:nvSpPr>
        <dsp:cNvPr id="0" name=""/>
        <dsp:cNvSpPr/>
      </dsp:nvSpPr>
      <dsp:spPr>
        <a:xfrm>
          <a:off x="3726927" y="714106"/>
          <a:ext cx="3773473" cy="1132042"/>
        </a:xfrm>
        <a:prstGeom prst="chevron">
          <a:avLst>
            <a:gd name="adj" fmla="val 3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76" tIns="139776" rIns="139776" bIns="13977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/>
            <a:t>Relationships</a:t>
          </a:r>
          <a:endParaRPr lang="en-US" sz="2800" kern="1200"/>
        </a:p>
      </dsp:txBody>
      <dsp:txXfrm>
        <a:off x="4066540" y="714106"/>
        <a:ext cx="3094247" cy="1132042"/>
      </dsp:txXfrm>
    </dsp:sp>
    <dsp:sp modelId="{311D6E78-8709-3B40-AB69-EB870F667A47}">
      <dsp:nvSpPr>
        <dsp:cNvPr id="0" name=""/>
        <dsp:cNvSpPr/>
      </dsp:nvSpPr>
      <dsp:spPr>
        <a:xfrm>
          <a:off x="3726927" y="1846148"/>
          <a:ext cx="3433861" cy="271278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1351" tIns="271351" rIns="271351" bIns="542703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Department → Student (1:N)</a:t>
          </a:r>
          <a:endParaRPr lang="en-US" sz="2000" kern="120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Company → JobRole (1:N)</a:t>
          </a:r>
          <a:endParaRPr lang="en-US" sz="2000" kern="120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Student ↔ JobRole (M:N)</a:t>
          </a:r>
          <a:br>
            <a:rPr lang="en-IN" sz="2000" kern="1200"/>
          </a:br>
          <a:r>
            <a:rPr lang="en-IN" sz="2000" kern="1200"/>
            <a:t>(Resolved using </a:t>
          </a:r>
          <a:r>
            <a:rPr lang="en-IN" sz="2000" b="1" kern="1200"/>
            <a:t>Application</a:t>
          </a:r>
          <a:r>
            <a:rPr lang="en-IN" sz="2000" kern="1200"/>
            <a:t> table)</a:t>
          </a:r>
          <a:endParaRPr lang="en-US" sz="2000" kern="1200"/>
        </a:p>
      </dsp:txBody>
      <dsp:txXfrm>
        <a:off x="3726927" y="1846148"/>
        <a:ext cx="3433861" cy="2712785"/>
      </dsp:txXfrm>
    </dsp:sp>
    <dsp:sp modelId="{40B6A162-297D-C849-A721-CBEDCC176B11}">
      <dsp:nvSpPr>
        <dsp:cNvPr id="0" name=""/>
        <dsp:cNvSpPr/>
      </dsp:nvSpPr>
      <dsp:spPr>
        <a:xfrm>
          <a:off x="7444319" y="714106"/>
          <a:ext cx="3773473" cy="1132042"/>
        </a:xfrm>
        <a:prstGeom prst="chevron">
          <a:avLst>
            <a:gd name="adj" fmla="val 3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76" tIns="139776" rIns="139776" bIns="13977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/>
            <a:t>Key Design Elements</a:t>
          </a:r>
          <a:endParaRPr lang="en-US" sz="2800" kern="1200"/>
        </a:p>
      </dsp:txBody>
      <dsp:txXfrm>
        <a:off x="7783932" y="714106"/>
        <a:ext cx="3094247" cy="1132042"/>
      </dsp:txXfrm>
    </dsp:sp>
    <dsp:sp modelId="{BD01B47E-94D6-D444-A120-9118BE66DB83}">
      <dsp:nvSpPr>
        <dsp:cNvPr id="0" name=""/>
        <dsp:cNvSpPr/>
      </dsp:nvSpPr>
      <dsp:spPr>
        <a:xfrm>
          <a:off x="7444319" y="1846148"/>
          <a:ext cx="3433861" cy="271278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1351" tIns="271351" rIns="271351" bIns="542703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Primary Keys for each entity</a:t>
          </a:r>
          <a:endParaRPr lang="en-US" sz="2000" kern="120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Foreign Keys to maintain relationships</a:t>
          </a:r>
          <a:endParaRPr lang="en-US" sz="2000" kern="120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Composite Key in Application table</a:t>
          </a:r>
          <a:endParaRPr lang="en-US" sz="2000" kern="1200"/>
        </a:p>
      </dsp:txBody>
      <dsp:txXfrm>
        <a:off x="7444319" y="1846148"/>
        <a:ext cx="3433861" cy="27127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E6F6B6-AD62-7447-930A-BD516B6097D7}">
      <dsp:nvSpPr>
        <dsp:cNvPr id="0" name=""/>
        <dsp:cNvSpPr/>
      </dsp:nvSpPr>
      <dsp:spPr>
        <a:xfrm>
          <a:off x="6135" y="3444"/>
          <a:ext cx="2450253" cy="1470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Constructed ER diagram with:</a:t>
          </a:r>
          <a:endParaRPr lang="en-US" sz="1800" kern="1200"/>
        </a:p>
      </dsp:txBody>
      <dsp:txXfrm>
        <a:off x="6135" y="3444"/>
        <a:ext cx="2450253" cy="1470152"/>
      </dsp:txXfrm>
    </dsp:sp>
    <dsp:sp modelId="{31185F63-1CE8-354B-8435-30FBAA97C745}">
      <dsp:nvSpPr>
        <dsp:cNvPr id="0" name=""/>
        <dsp:cNvSpPr/>
      </dsp:nvSpPr>
      <dsp:spPr>
        <a:xfrm>
          <a:off x="2701414" y="3444"/>
          <a:ext cx="2450253" cy="1470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• Entities</a:t>
          </a:r>
          <a:br>
            <a:rPr lang="en-IN" sz="1800" kern="1200"/>
          </a:br>
          <a:r>
            <a:rPr lang="en-IN" sz="1800" kern="1200"/>
            <a:t>• Attributes</a:t>
          </a:r>
          <a:br>
            <a:rPr lang="en-IN" sz="1800" kern="1200"/>
          </a:br>
          <a:r>
            <a:rPr lang="en-IN" sz="1800" kern="1200"/>
            <a:t>• Relationships</a:t>
          </a:r>
          <a:br>
            <a:rPr lang="en-IN" sz="1800" kern="1200"/>
          </a:br>
          <a:r>
            <a:rPr lang="en-IN" sz="1800" kern="1200"/>
            <a:t>• Cardinalities</a:t>
          </a:r>
          <a:endParaRPr lang="en-US" sz="1800" kern="1200"/>
        </a:p>
      </dsp:txBody>
      <dsp:txXfrm>
        <a:off x="2701414" y="3444"/>
        <a:ext cx="2450253" cy="1470152"/>
      </dsp:txXfrm>
    </dsp:sp>
    <dsp:sp modelId="{05DC7B03-C5B0-EE4F-8137-87B92E5D4CB1}">
      <dsp:nvSpPr>
        <dsp:cNvPr id="0" name=""/>
        <dsp:cNvSpPr/>
      </dsp:nvSpPr>
      <dsp:spPr>
        <a:xfrm>
          <a:off x="5396693" y="3444"/>
          <a:ext cx="2450253" cy="1470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Relational Schema</a:t>
          </a:r>
          <a:endParaRPr lang="en-US" sz="1800" kern="1200"/>
        </a:p>
      </dsp:txBody>
      <dsp:txXfrm>
        <a:off x="5396693" y="3444"/>
        <a:ext cx="2450253" cy="1470152"/>
      </dsp:txXfrm>
    </dsp:sp>
    <dsp:sp modelId="{ECC4385D-4D7B-3E44-84AD-101FAA6584E6}">
      <dsp:nvSpPr>
        <dsp:cNvPr id="0" name=""/>
        <dsp:cNvSpPr/>
      </dsp:nvSpPr>
      <dsp:spPr>
        <a:xfrm>
          <a:off x="6135" y="1718621"/>
          <a:ext cx="2450253" cy="1470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Department</a:t>
          </a:r>
          <a:r>
            <a:rPr lang="en-IN" sz="1800" kern="1200"/>
            <a:t> (department_id, department_name)</a:t>
          </a:r>
          <a:endParaRPr lang="en-US" sz="1800" kern="1200"/>
        </a:p>
      </dsp:txBody>
      <dsp:txXfrm>
        <a:off x="6135" y="1718621"/>
        <a:ext cx="2450253" cy="1470152"/>
      </dsp:txXfrm>
    </dsp:sp>
    <dsp:sp modelId="{D8723F30-8544-BC40-9D66-AA5C8E61ACC8}">
      <dsp:nvSpPr>
        <dsp:cNvPr id="0" name=""/>
        <dsp:cNvSpPr/>
      </dsp:nvSpPr>
      <dsp:spPr>
        <a:xfrm>
          <a:off x="2701414" y="1718621"/>
          <a:ext cx="2450253" cy="1470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Student</a:t>
          </a:r>
          <a:r>
            <a:rPr lang="en-IN" sz="1800" kern="1200"/>
            <a:t> (student_id, student_name, cgpa, email, phone, department_id)</a:t>
          </a:r>
          <a:endParaRPr lang="en-US" sz="1800" kern="1200"/>
        </a:p>
      </dsp:txBody>
      <dsp:txXfrm>
        <a:off x="2701414" y="1718621"/>
        <a:ext cx="2450253" cy="1470152"/>
      </dsp:txXfrm>
    </dsp:sp>
    <dsp:sp modelId="{B50A2CFE-1EB1-9645-8FCE-F5C44320423B}">
      <dsp:nvSpPr>
        <dsp:cNvPr id="0" name=""/>
        <dsp:cNvSpPr/>
      </dsp:nvSpPr>
      <dsp:spPr>
        <a:xfrm>
          <a:off x="5396693" y="1718621"/>
          <a:ext cx="2450253" cy="1470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Company</a:t>
          </a:r>
          <a:r>
            <a:rPr lang="en-IN" sz="1800" kern="1200" dirty="0"/>
            <a:t> (</a:t>
          </a:r>
          <a:r>
            <a:rPr lang="en-IN" sz="1800" kern="1200" dirty="0" err="1"/>
            <a:t>company_id</a:t>
          </a:r>
          <a:r>
            <a:rPr lang="en-IN" sz="1800" kern="1200" dirty="0"/>
            <a:t>, </a:t>
          </a:r>
          <a:r>
            <a:rPr lang="en-IN" sz="1800" kern="1200" dirty="0" err="1"/>
            <a:t>company_name</a:t>
          </a:r>
          <a:r>
            <a:rPr lang="en-IN" sz="1800" kern="1200" dirty="0"/>
            <a:t>, location, </a:t>
          </a:r>
          <a:r>
            <a:rPr lang="en-IN" sz="1800" kern="1200" dirty="0" err="1"/>
            <a:t>package_offered</a:t>
          </a:r>
          <a:r>
            <a:rPr lang="en-IN" sz="1800" kern="1200" dirty="0"/>
            <a:t>)</a:t>
          </a:r>
          <a:endParaRPr lang="en-US" sz="1800" kern="1200" dirty="0"/>
        </a:p>
      </dsp:txBody>
      <dsp:txXfrm>
        <a:off x="5396693" y="1718621"/>
        <a:ext cx="2450253" cy="1470152"/>
      </dsp:txXfrm>
    </dsp:sp>
    <dsp:sp modelId="{FF71E7AF-5EC1-2749-AF75-C02016810AA2}">
      <dsp:nvSpPr>
        <dsp:cNvPr id="0" name=""/>
        <dsp:cNvSpPr/>
      </dsp:nvSpPr>
      <dsp:spPr>
        <a:xfrm>
          <a:off x="6135" y="3433799"/>
          <a:ext cx="2450253" cy="1470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JobRole</a:t>
          </a:r>
          <a:r>
            <a:rPr lang="en-IN" sz="1800" kern="1200"/>
            <a:t> (job_id, job_title, min_cgpa, job_type, company_id)</a:t>
          </a:r>
          <a:endParaRPr lang="en-US" sz="1800" kern="1200"/>
        </a:p>
      </dsp:txBody>
      <dsp:txXfrm>
        <a:off x="6135" y="3433799"/>
        <a:ext cx="2450253" cy="1470152"/>
      </dsp:txXfrm>
    </dsp:sp>
    <dsp:sp modelId="{374657F2-F8F6-3D4E-AFC0-77DAA1DAB938}">
      <dsp:nvSpPr>
        <dsp:cNvPr id="0" name=""/>
        <dsp:cNvSpPr/>
      </dsp:nvSpPr>
      <dsp:spPr>
        <a:xfrm>
          <a:off x="2701414" y="3433799"/>
          <a:ext cx="2450253" cy="1470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Application</a:t>
          </a:r>
          <a:r>
            <a:rPr lang="en-IN" sz="1800" kern="1200"/>
            <a:t> (student_id, job_id, application_date, application_status)</a:t>
          </a:r>
          <a:endParaRPr lang="en-US" sz="1800" kern="1200"/>
        </a:p>
      </dsp:txBody>
      <dsp:txXfrm>
        <a:off x="2701414" y="3433799"/>
        <a:ext cx="2450253" cy="1470152"/>
      </dsp:txXfrm>
    </dsp:sp>
    <dsp:sp modelId="{5E6EBD29-0FFB-C345-87BE-D834966618A8}">
      <dsp:nvSpPr>
        <dsp:cNvPr id="0" name=""/>
        <dsp:cNvSpPr/>
      </dsp:nvSpPr>
      <dsp:spPr>
        <a:xfrm>
          <a:off x="5396693" y="3433799"/>
          <a:ext cx="2450253" cy="1470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Normalization &amp; Integrity</a:t>
          </a:r>
          <a:endParaRPr lang="en-US" sz="1800" kern="1200"/>
        </a:p>
      </dsp:txBody>
      <dsp:txXfrm>
        <a:off x="5396693" y="3433799"/>
        <a:ext cx="2450253" cy="1470152"/>
      </dsp:txXfrm>
    </dsp:sp>
    <dsp:sp modelId="{80CD28E7-4CB1-7041-A505-746F29A0E009}">
      <dsp:nvSpPr>
        <dsp:cNvPr id="0" name=""/>
        <dsp:cNvSpPr/>
      </dsp:nvSpPr>
      <dsp:spPr>
        <a:xfrm>
          <a:off x="2701414" y="5148976"/>
          <a:ext cx="2450253" cy="1470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• Database normalized to 3NF</a:t>
          </a:r>
          <a:br>
            <a:rPr lang="en-IN" sz="1100" kern="1200" dirty="0"/>
          </a:br>
          <a:r>
            <a:rPr lang="en-IN" sz="1100" kern="1200" dirty="0"/>
            <a:t>• Primary and Foreign Keys enforced</a:t>
          </a:r>
          <a:br>
            <a:rPr lang="en-IN" sz="1100" kern="1200" dirty="0"/>
          </a:br>
          <a:r>
            <a:rPr lang="en-IN" sz="1100" kern="1200" dirty="0"/>
            <a:t>• Referential integrity maintained</a:t>
          </a:r>
          <a:br>
            <a:rPr lang="en-IN" sz="1100" kern="1200" dirty="0"/>
          </a:br>
          <a:r>
            <a:rPr lang="en-IN" sz="1100" kern="1200" dirty="0"/>
            <a:t>• No redundancy in student-job applications</a:t>
          </a:r>
          <a:endParaRPr lang="en-US" sz="1100" kern="1200" dirty="0"/>
        </a:p>
      </dsp:txBody>
      <dsp:txXfrm>
        <a:off x="2701414" y="5148976"/>
        <a:ext cx="2450253" cy="14701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08024C-18BC-E745-9BC3-7CE7316D36D5}">
      <dsp:nvSpPr>
        <dsp:cNvPr id="0" name=""/>
        <dsp:cNvSpPr/>
      </dsp:nvSpPr>
      <dsp:spPr>
        <a:xfrm>
          <a:off x="5383413" y="990"/>
          <a:ext cx="3740055" cy="24310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Selection Evaluation Method</a:t>
          </a:r>
          <a:endParaRPr lang="en-US" sz="12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The </a:t>
          </a:r>
          <a:r>
            <a:rPr lang="en-IN" sz="900" b="1" kern="1200"/>
            <a:t>selection status</a:t>
          </a:r>
          <a:r>
            <a:rPr lang="en-IN" sz="900" kern="1200"/>
            <a:t> is determined based on student eligibility criteria and recruitment process stages stored in the database.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b="1" kern="1200"/>
            <a:t>Eligibility Formula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b="1" kern="1200"/>
            <a:t>Eligibility Status = IF (Student_CGPA ≥ JobRole_Min_CGPA)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Where: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b="1" kern="1200"/>
            <a:t>Student_CGPA</a:t>
          </a:r>
          <a:r>
            <a:rPr lang="en-IN" sz="900" kern="1200"/>
            <a:t> represents the academic performance of the student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b="1" kern="1200"/>
            <a:t>JobRole_Min_CGPA</a:t>
          </a:r>
          <a:r>
            <a:rPr lang="en-IN" sz="900" kern="1200"/>
            <a:t> represents the minimum CGPA required by the company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Students not meeting criteria are automatically restricted from applying</a:t>
          </a:r>
          <a:endParaRPr lang="en-US" sz="900" kern="1200"/>
        </a:p>
      </dsp:txBody>
      <dsp:txXfrm>
        <a:off x="5502086" y="119663"/>
        <a:ext cx="3502709" cy="2193690"/>
      </dsp:txXfrm>
    </dsp:sp>
    <dsp:sp modelId="{AA850818-6BA5-534A-93B6-414A77C47BDF}">
      <dsp:nvSpPr>
        <dsp:cNvPr id="0" name=""/>
        <dsp:cNvSpPr/>
      </dsp:nvSpPr>
      <dsp:spPr>
        <a:xfrm>
          <a:off x="4012615" y="1216508"/>
          <a:ext cx="6481651" cy="6481651"/>
        </a:xfrm>
        <a:custGeom>
          <a:avLst/>
          <a:gdLst/>
          <a:ahLst/>
          <a:cxnLst/>
          <a:rect l="0" t="0" r="0" b="0"/>
          <a:pathLst>
            <a:path>
              <a:moveTo>
                <a:pt x="5612332" y="1032000"/>
              </a:moveTo>
              <a:arcTo wR="3240825" hR="3240825" stAng="19022048" swAng="2301008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313FE9-9330-8D49-8092-3AC9FB65E8C1}">
      <dsp:nvSpPr>
        <dsp:cNvPr id="0" name=""/>
        <dsp:cNvSpPr/>
      </dsp:nvSpPr>
      <dsp:spPr>
        <a:xfrm>
          <a:off x="8190051" y="4862228"/>
          <a:ext cx="3740055" cy="24310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Selection Status Logic</a:t>
          </a:r>
          <a:endParaRPr lang="en-US" sz="12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Application Status is updated based on recruitment stages: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Applied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Shortlisted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Interviewed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Selected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Rejected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Final placement status is determined dynamically from application records.</a:t>
          </a:r>
          <a:endParaRPr lang="en-US" sz="900" kern="1200"/>
        </a:p>
      </dsp:txBody>
      <dsp:txXfrm>
        <a:off x="8308724" y="4980901"/>
        <a:ext cx="3502709" cy="2193690"/>
      </dsp:txXfrm>
    </dsp:sp>
    <dsp:sp modelId="{32005E17-8457-564E-A978-B015369642D5}">
      <dsp:nvSpPr>
        <dsp:cNvPr id="0" name=""/>
        <dsp:cNvSpPr/>
      </dsp:nvSpPr>
      <dsp:spPr>
        <a:xfrm>
          <a:off x="4012615" y="1216508"/>
          <a:ext cx="6481651" cy="6481651"/>
        </a:xfrm>
        <a:custGeom>
          <a:avLst/>
          <a:gdLst/>
          <a:ahLst/>
          <a:cxnLst/>
          <a:rect l="0" t="0" r="0" b="0"/>
          <a:pathLst>
            <a:path>
              <a:moveTo>
                <a:pt x="4234481" y="6325562"/>
              </a:moveTo>
              <a:arcTo wR="3240825" hR="3240825" stAng="4328712" swAng="2142575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43586D-948A-2F43-BFB6-446DBCFB32A8}">
      <dsp:nvSpPr>
        <dsp:cNvPr id="0" name=""/>
        <dsp:cNvSpPr/>
      </dsp:nvSpPr>
      <dsp:spPr>
        <a:xfrm>
          <a:off x="2576776" y="4862228"/>
          <a:ext cx="3740055" cy="24310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SQL Implementation</a:t>
          </a:r>
          <a:endParaRPr lang="en-US" sz="12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b="1" kern="1200"/>
            <a:t>JOIN operations</a:t>
          </a:r>
          <a:r>
            <a:rPr lang="en-IN" sz="900" kern="1200"/>
            <a:t> are used to retrieve student, company, and job role data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b="1" kern="1200"/>
            <a:t>WHERE clause</a:t>
          </a:r>
          <a:r>
            <a:rPr lang="en-IN" sz="900" kern="1200"/>
            <a:t> checks eligibility conditions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b="1" kern="1200"/>
            <a:t>UPDATE queries</a:t>
          </a:r>
          <a:r>
            <a:rPr lang="en-IN" sz="900" kern="1200"/>
            <a:t> modify application status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b="1" kern="1200"/>
            <a:t>COUNT and SUM functions</a:t>
          </a:r>
          <a:r>
            <a:rPr lang="en-IN" sz="900" kern="1200"/>
            <a:t> generate placement reports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Final selection results are computed dynamically using SQL queries</a:t>
          </a:r>
          <a:endParaRPr lang="en-US" sz="900" kern="1200"/>
        </a:p>
      </dsp:txBody>
      <dsp:txXfrm>
        <a:off x="2695449" y="4980901"/>
        <a:ext cx="3502709" cy="2193690"/>
      </dsp:txXfrm>
    </dsp:sp>
    <dsp:sp modelId="{0414DC21-7FF7-8444-924F-D8A2F1A2B6BA}">
      <dsp:nvSpPr>
        <dsp:cNvPr id="0" name=""/>
        <dsp:cNvSpPr/>
      </dsp:nvSpPr>
      <dsp:spPr>
        <a:xfrm>
          <a:off x="4012615" y="1216508"/>
          <a:ext cx="6481651" cy="6481651"/>
        </a:xfrm>
        <a:custGeom>
          <a:avLst/>
          <a:gdLst/>
          <a:ahLst/>
          <a:cxnLst/>
          <a:rect l="0" t="0" r="0" b="0"/>
          <a:pathLst>
            <a:path>
              <a:moveTo>
                <a:pt x="10510" y="2980027"/>
              </a:moveTo>
              <a:arcTo wR="3240825" hR="3240825" stAng="11076944" swAng="2301008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1518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30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19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B1B50-A4F0-CFE8-37D3-6F30B21A5F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66F173-A5E5-DEA2-34F5-B9F703109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4FEEA-7F88-E6EA-AD11-CB57BE822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07C-4A4F-8D4E-A5AE-7B2F884764E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AA303-C7F9-FCF9-C1B0-270442642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9CAAE-5A06-AE30-76E0-34B7B658C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75A1-3B63-3842-9A75-2E6C87021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59407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94067-B2DD-5ADD-ED9B-B8FBFF204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3FAFD-85FA-8CBB-AD14-D9C04843E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7E615-9140-0551-F459-0E895947D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07C-4A4F-8D4E-A5AE-7B2F884764E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5246B-0E7C-4050-91BA-E1815289D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A0529-138F-C0FA-A9D6-9983176C3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75A1-3B63-3842-9A75-2E6C87021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34299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72807-CA54-9606-92A4-02C33056C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5A55-65C0-0C03-A3DB-964E656D3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B9B76-02E4-25DE-1558-D8C631A81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07C-4A4F-8D4E-A5AE-7B2F884764E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126E4-BA6C-4173-7688-94A39768A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A5897-AF09-8807-6439-811A17223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75A1-3B63-3842-9A75-2E6C87021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0132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B197B-7810-62E6-F73D-BD7259C50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67F03-213B-964D-4B3E-45A36232B4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8E148-BC99-2134-37C8-0E085746C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52712-40C9-B3FA-B055-653EDD8C4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07C-4A4F-8D4E-A5AE-7B2F884764E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C38C0-4095-E3FB-B770-239A3E4C7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AA4C82-7FF1-558A-EB91-D1FC312D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75A1-3B63-3842-9A75-2E6C87021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40427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B95DE-7EAB-71C8-4BAE-7FB143718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56CFF-1FA5-9EC1-9F1A-DCFD8F511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E8D7E-B4B6-089E-0C99-12F59A303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E9D65C-4C0B-6944-46A5-FC8BB07D3E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DD0D25-2E72-07C7-83F5-2BB353F04C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AFEF07-B6AF-CD87-E1EA-B34166663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07C-4A4F-8D4E-A5AE-7B2F884764E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82071F-48BC-617D-8A89-854D80CE5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B395DE-2744-9B66-BFA7-88A454BEE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75A1-3B63-3842-9A75-2E6C87021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68638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734AB-238A-A23D-79EF-0D2BC4287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36D523-BC07-499E-E8ED-4CB0AE9E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07C-4A4F-8D4E-A5AE-7B2F884764E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C5C8C2-36DC-BD2A-222C-0AA17171F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84269-8384-C2C7-6392-07A1BF00A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75A1-3B63-3842-9A75-2E6C87021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3362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844950-2138-4A57-62A9-069B521ED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07C-4A4F-8D4E-A5AE-7B2F884764E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1AA17A-32B0-DC7C-A407-3B1476599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592BE-1A62-2867-F2B0-8BA38339D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75A1-3B63-3842-9A75-2E6C87021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7631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586C4-C0BD-3547-5C68-4B0BB85A8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0C38E-20E6-2B75-95F8-76961FA04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DC048-31F5-E815-99DB-540C067C7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78161B-F389-56EB-F187-896DF687A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07C-4A4F-8D4E-A5AE-7B2F884764E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F3D51-A15C-C264-9627-4E6F00051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399A7-6A5E-72D0-2C8B-1905A0B5B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75A1-3B63-3842-9A75-2E6C87021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1088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D5B28-6A99-BD83-78A0-284B9F1BD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114FDE-E054-BA78-4C39-87540DB982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FBA213-67CC-242E-DBAF-0EDA32B42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E0747-9E62-3EC2-7839-2AB82A904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07C-4A4F-8D4E-A5AE-7B2F884764E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94C20-85EF-4A3B-CFF6-81905278B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22F0F-A64A-FF7A-6F5F-6586727D3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75A1-3B63-3842-9A75-2E6C87021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3820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B6AD-72AC-C4BA-A1B3-AE04F2C4C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DDC58A-C28C-A397-DD29-3A6C6EEB0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C602D-DB85-85B3-08EE-76AE4FEDA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07C-4A4F-8D4E-A5AE-7B2F884764E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AB653-B714-908A-9388-AD22EFD94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DD6D0-68AE-6A39-E652-9FA408E04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75A1-3B63-3842-9A75-2E6C87021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25341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0D0E17-15A5-440F-AA1A-19A7D1D32B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71C801-32F6-EC08-ECCC-0BE4A8DB1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928F9-2DFC-5CD4-0AC1-A6CB9787E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07C-4A4F-8D4E-A5AE-7B2F884764E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7CAFA-64B5-6CA9-19A0-486E03E6D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C7303-3CF4-58B5-3B29-4869EB12F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075A1-3B63-3842-9A75-2E6C87021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2293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2339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127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17117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798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51E973-9B01-5228-1B86-163BF6453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0573E-2A92-CF0F-0D38-0804720C4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3E41F-9AE6-FF73-2C4A-B8FE54760B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C107C-4A4F-8D4E-A5AE-7B2F884764E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CDB37-FFD3-5D31-0A22-5B79213EF7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BB8F2-5694-387C-C258-66FA2454A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8075A1-3B63-3842-9A75-2E6C87021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592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4" name="Rectangle 1053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398" cy="82288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952394" y="464316"/>
            <a:ext cx="12079346" cy="15581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800">
                <a:latin typeface="+mj-lt"/>
                <a:ea typeface="+mj-ea"/>
                <a:cs typeface="+mj-cs"/>
              </a:rPr>
              <a:t>Campus Recruitment System</a:t>
            </a:r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2398614"/>
            <a:ext cx="13745513" cy="9380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43694"/>
            <a:ext cx="13660034" cy="512159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952393" y="3119410"/>
            <a:ext cx="5437077" cy="4367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Subject: Database Management Systems</a:t>
            </a:r>
            <a:br>
              <a:rPr lang="en-US" sz="2400"/>
            </a:br>
            <a:r>
              <a:rPr lang="en-US" sz="2400"/>
              <a:t>Guide: Dr. S. Prince Chelladurai</a:t>
            </a:r>
            <a:br>
              <a:rPr lang="en-US" sz="2400"/>
            </a:br>
            <a:r>
              <a:rPr lang="en-US" sz="2400"/>
              <a:t>Team Members: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 Anshul Choudhary[RA2411026011202]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 Rishabh Choudhary[RA2411026011195]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</p:txBody>
      </p:sp>
      <p:pic>
        <p:nvPicPr>
          <p:cNvPr id="1030" name="Picture 6" descr="CampusRecruitment Django.pptx">
            <a:extLst>
              <a:ext uri="{FF2B5EF4-FFF2-40B4-BE49-F238E27FC236}">
                <a16:creationId xmlns:a16="http://schemas.microsoft.com/office/drawing/2014/main" id="{4ECC4DDB-7540-B1B7-0E5C-948D10F69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3846"/>
          <a:stretch>
            <a:fillRect/>
          </a:stretch>
        </p:blipFill>
        <p:spPr bwMode="auto">
          <a:xfrm>
            <a:off x="7093838" y="2981106"/>
            <a:ext cx="6180332" cy="4457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7" name="Rectangle 105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3648" y="2775632"/>
            <a:ext cx="938040" cy="1828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72504" y="242005"/>
            <a:ext cx="10105444" cy="62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4000" dirty="0"/>
              <a:t>Week 1 – Team Formation &amp; Problem Statement</a:t>
            </a:r>
            <a:endParaRPr lang="en-US" sz="3950" dirty="0"/>
          </a:p>
        </p:txBody>
      </p:sp>
      <p:sp>
        <p:nvSpPr>
          <p:cNvPr id="7" name="Text 4"/>
          <p:cNvSpPr/>
          <p:nvPr/>
        </p:nvSpPr>
        <p:spPr>
          <a:xfrm>
            <a:off x="372504" y="1096430"/>
            <a:ext cx="8710496" cy="7659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200000"/>
              </a:lnSpc>
            </a:pPr>
            <a:r>
              <a:rPr lang="en-US" sz="2400" b="1" dirty="0"/>
              <a:t>T</a:t>
            </a:r>
            <a:r>
              <a:rPr lang="en-US" b="1" dirty="0"/>
              <a:t>eam Formation</a:t>
            </a:r>
          </a:p>
          <a:p>
            <a:r>
              <a:rPr lang="en-US" dirty="0"/>
              <a:t>The team was formed with clearly defined roles to ensure systematic development of the project: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 Designer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SQL Developer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Research and Documentation Lead</a:t>
            </a:r>
          </a:p>
          <a:p>
            <a:pPr>
              <a:lnSpc>
                <a:spcPct val="200000"/>
              </a:lnSpc>
            </a:pPr>
            <a:r>
              <a:rPr lang="en-US" b="1" dirty="0"/>
              <a:t>Problem Statement:</a:t>
            </a:r>
          </a:p>
          <a:p>
            <a:r>
              <a:rPr lang="en-IN" dirty="0"/>
              <a:t>Colleges face difficulty in managing campus recruitment activities due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Unstructured student and company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Manual tracking of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Lack of centralized placement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 automated eligibility checking system</a:t>
            </a:r>
          </a:p>
          <a:p>
            <a:pPr>
              <a:lnSpc>
                <a:spcPct val="200000"/>
              </a:lnSpc>
            </a:pPr>
            <a:r>
              <a:rPr lang="en-US" b="1" dirty="0"/>
              <a:t>There is no simple database-driven system that: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lnSpc>
                <a:spcPct val="200000"/>
              </a:lnSpc>
            </a:pPr>
            <a:r>
              <a:rPr lang="en-US" b="1" dirty="0"/>
              <a:t>Objective:</a:t>
            </a:r>
          </a:p>
          <a:p>
            <a:pPr>
              <a:buNone/>
            </a:pPr>
            <a:r>
              <a:rPr lang="en-IN" dirty="0"/>
              <a:t>To design and implement a </a:t>
            </a:r>
            <a:r>
              <a:rPr lang="en-IN" b="1" dirty="0"/>
              <a:t>relational database system</a:t>
            </a:r>
            <a:r>
              <a:rPr lang="en-IN" dirty="0"/>
              <a:t> that manages campus recruitment activities efficiently and automates eligibility verification and selection tracking using SQL logic.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A32BF29-7779-DED6-C976-054699C34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504" y="5683070"/>
            <a:ext cx="520206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Tracks applications and recruitment status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Checks eligibility criteria automatically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Generates placement 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Organizes students, companies, and job roles</a:t>
            </a:r>
          </a:p>
        </p:txBody>
      </p:sp>
      <p:pic>
        <p:nvPicPr>
          <p:cNvPr id="8" name="Picture 2" descr="Online Campus Recruitment System-A ...">
            <a:extLst>
              <a:ext uri="{FF2B5EF4-FFF2-40B4-BE49-F238E27FC236}">
                <a16:creationId xmlns:a16="http://schemas.microsoft.com/office/drawing/2014/main" id="{70D5C878-CD69-3C5C-F387-DB3B6C544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49" r="12849" b="-1"/>
          <a:stretch>
            <a:fillRect/>
          </a:stretch>
        </p:blipFill>
        <p:spPr bwMode="auto">
          <a:xfrm>
            <a:off x="9210789" y="1188720"/>
            <a:ext cx="4729277" cy="623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7AA50382-1FD2-46EC-816F-A0E5671666BA}"/>
              </a:ext>
            </a:extLst>
          </p:cNvPr>
          <p:cNvSpPr/>
          <p:nvPr/>
        </p:nvSpPr>
        <p:spPr>
          <a:xfrm>
            <a:off x="1425682" y="458322"/>
            <a:ext cx="11227328" cy="14403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Week 2 – Identification of Entities and Relationships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193059" y="664982"/>
            <a:ext cx="689013" cy="1291040"/>
            <a:chOff x="10994200" y="554152"/>
            <a:chExt cx="574177" cy="1075866"/>
          </a:xfrm>
        </p:grpSpPr>
        <p:sp>
          <p:nvSpPr>
            <p:cNvPr id="4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8346" y="4332472"/>
            <a:ext cx="0" cy="3886474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extBox 1">
            <a:extLst>
              <a:ext uri="{FF2B5EF4-FFF2-40B4-BE49-F238E27FC236}">
                <a16:creationId xmlns:a16="http://schemas.microsoft.com/office/drawing/2014/main" id="{33BBF0B8-C6F2-1E23-FC32-F0AB6D8633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2636206"/>
              </p:ext>
            </p:extLst>
          </p:nvPr>
        </p:nvGraphicFramePr>
        <p:xfrm>
          <a:off x="1425674" y="2190750"/>
          <a:ext cx="11227328" cy="5273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71C6BA2F-A5D6-49D0-8A22-9A929ACD639B}"/>
              </a:ext>
            </a:extLst>
          </p:cNvPr>
          <p:cNvSpPr txBox="1"/>
          <p:nvPr/>
        </p:nvSpPr>
        <p:spPr>
          <a:xfrm>
            <a:off x="10358654" y="7341457"/>
            <a:ext cx="17427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ER Model</a:t>
            </a:r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748E5EE4-39FA-45F8-829D-BA4A0163A45E}"/>
              </a:ext>
            </a:extLst>
          </p:cNvPr>
          <p:cNvSpPr/>
          <p:nvPr/>
        </p:nvSpPr>
        <p:spPr>
          <a:xfrm>
            <a:off x="247034" y="549743"/>
            <a:ext cx="8642797" cy="62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IN" sz="4000" dirty="0"/>
              <a:t>Week 3 – ER Model &amp; Schema Design</a:t>
            </a:r>
            <a:endParaRPr lang="en-US" sz="3950" dirty="0"/>
          </a:p>
        </p:txBody>
      </p:sp>
      <p:sp>
        <p:nvSpPr>
          <p:cNvPr id="4" name="AutoShape 2" descr="Generated image">
            <a:extLst>
              <a:ext uri="{FF2B5EF4-FFF2-40B4-BE49-F238E27FC236}">
                <a16:creationId xmlns:a16="http://schemas.microsoft.com/office/drawing/2014/main" id="{2BDCBA30-6716-7A9D-811F-68814C5A30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799" y="-832757"/>
            <a:ext cx="5099957" cy="509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Generated image">
            <a:extLst>
              <a:ext uri="{FF2B5EF4-FFF2-40B4-BE49-F238E27FC236}">
                <a16:creationId xmlns:a16="http://schemas.microsoft.com/office/drawing/2014/main" id="{8F4FEE4E-D3DC-A576-BA7D-F6C3EEE9B4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8" name="TextBox 1">
            <a:extLst>
              <a:ext uri="{FF2B5EF4-FFF2-40B4-BE49-F238E27FC236}">
                <a16:creationId xmlns:a16="http://schemas.microsoft.com/office/drawing/2014/main" id="{CEE04D78-9AD5-73EF-4276-17DEAC61A9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4289508"/>
              </p:ext>
            </p:extLst>
          </p:nvPr>
        </p:nvGraphicFramePr>
        <p:xfrm>
          <a:off x="247034" y="1607026"/>
          <a:ext cx="7853082" cy="66225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Picture 1" descr="A diagram of a company&#10;&#10;AI-generated content may be incorrect.">
            <a:extLst>
              <a:ext uri="{FF2B5EF4-FFF2-40B4-BE49-F238E27FC236}">
                <a16:creationId xmlns:a16="http://schemas.microsoft.com/office/drawing/2014/main" id="{B981A209-758C-8C9C-1B69-CFDF2BF7B7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1330" y="1179107"/>
            <a:ext cx="6416964" cy="5868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71C6BA2F-A5D6-49D0-8A22-9A929ACD639B}"/>
              </a:ext>
            </a:extLst>
          </p:cNvPr>
          <p:cNvSpPr txBox="1"/>
          <p:nvPr/>
        </p:nvSpPr>
        <p:spPr>
          <a:xfrm>
            <a:off x="5489388" y="7361540"/>
            <a:ext cx="4980791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/>
              <a:t>Relational Schema Design</a:t>
            </a:r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748E5EE4-39FA-45F8-829D-BA4A0163A45E}"/>
              </a:ext>
            </a:extLst>
          </p:cNvPr>
          <p:cNvSpPr/>
          <p:nvPr/>
        </p:nvSpPr>
        <p:spPr>
          <a:xfrm>
            <a:off x="655825" y="561604"/>
            <a:ext cx="8642797" cy="62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IN" sz="4000" dirty="0"/>
              <a:t>Week 3 – ER Model &amp; Schema Design</a:t>
            </a:r>
            <a:endParaRPr lang="en-US" sz="395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04A71F-13AE-B4EF-1175-41B3478D5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201" y="1523194"/>
            <a:ext cx="11626266" cy="592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416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14" y="576072"/>
            <a:ext cx="13485571" cy="707745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C963C305-09C0-DE39-495D-A90EDAA5A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60" y="2653457"/>
            <a:ext cx="6353659" cy="292268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95949" y="1371600"/>
            <a:ext cx="0" cy="54864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C544218-8E74-C6CE-9A43-FD99D4D33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580" y="2423138"/>
            <a:ext cx="6353658" cy="338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173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2">
            <a:extLst>
              <a:ext uri="{FF2B5EF4-FFF2-40B4-BE49-F238E27FC236}">
                <a16:creationId xmlns:a16="http://schemas.microsoft.com/office/drawing/2014/main" id="{748E5EE4-39FA-45F8-829D-BA4A0163A45E}"/>
              </a:ext>
            </a:extLst>
          </p:cNvPr>
          <p:cNvSpPr/>
          <p:nvPr/>
        </p:nvSpPr>
        <p:spPr>
          <a:xfrm>
            <a:off x="247034" y="864425"/>
            <a:ext cx="8642797" cy="62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endParaRPr lang="en-US" sz="395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FB915BAD-4960-4A06-93A6-1440B26D9F30}"/>
              </a:ext>
            </a:extLst>
          </p:cNvPr>
          <p:cNvSpPr/>
          <p:nvPr/>
        </p:nvSpPr>
        <p:spPr>
          <a:xfrm>
            <a:off x="10210457" y="2086984"/>
            <a:ext cx="2935388" cy="519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Rating Formula</a:t>
            </a:r>
            <a:endParaRPr lang="en-US" sz="24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F037357-98BC-49F1-BC99-19AAE33A4F7B}"/>
              </a:ext>
            </a:extLst>
          </p:cNvPr>
          <p:cNvSpPr/>
          <p:nvPr/>
        </p:nvSpPr>
        <p:spPr>
          <a:xfrm>
            <a:off x="10210457" y="2262008"/>
            <a:ext cx="337685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45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BCBC8A59-58D9-45FF-83DA-06D701F2A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457" y="2606533"/>
            <a:ext cx="3922507" cy="1396808"/>
          </a:xfrm>
          <a:prstGeom prst="rect">
            <a:avLst/>
          </a:prstGeom>
        </p:spPr>
      </p:pic>
      <p:graphicFrame>
        <p:nvGraphicFramePr>
          <p:cNvPr id="32" name="TextBox 1">
            <a:extLst>
              <a:ext uri="{FF2B5EF4-FFF2-40B4-BE49-F238E27FC236}">
                <a16:creationId xmlns:a16="http://schemas.microsoft.com/office/drawing/2014/main" id="{AFF3B2E4-45EA-388F-8E1B-CEEDA2421F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7903253"/>
              </p:ext>
            </p:extLst>
          </p:nvPr>
        </p:nvGraphicFramePr>
        <p:xfrm>
          <a:off x="0" y="81642"/>
          <a:ext cx="14506883" cy="8147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45166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CB046D-9285-EB74-03CB-44D1E4BC477A}"/>
              </a:ext>
            </a:extLst>
          </p:cNvPr>
          <p:cNvSpPr txBox="1"/>
          <p:nvPr/>
        </p:nvSpPr>
        <p:spPr>
          <a:xfrm>
            <a:off x="337930" y="993914"/>
            <a:ext cx="1395453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4400" b="1" dirty="0"/>
              <a:t>Key Outcomes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Successfully designed a </a:t>
            </a:r>
            <a:r>
              <a:rPr lang="en-IN" sz="2800" b="1" dirty="0"/>
              <a:t>normalized relational database</a:t>
            </a:r>
            <a:r>
              <a:rPr lang="en-IN" sz="2800" dirty="0"/>
              <a:t> for campus recruitment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err="1"/>
              <a:t>Modeled</a:t>
            </a:r>
            <a:r>
              <a:rPr lang="en-IN" sz="2800" dirty="0"/>
              <a:t> </a:t>
            </a:r>
            <a:r>
              <a:rPr lang="en-IN" sz="2800" b="1" dirty="0"/>
              <a:t>one-to-many (Department–Student, Company–</a:t>
            </a:r>
            <a:r>
              <a:rPr lang="en-IN" sz="2800" b="1" dirty="0" err="1"/>
              <a:t>JobRole</a:t>
            </a:r>
            <a:r>
              <a:rPr lang="en-IN" sz="2800" b="1" dirty="0"/>
              <a:t>)</a:t>
            </a:r>
            <a:r>
              <a:rPr lang="en-IN" sz="2800" dirty="0"/>
              <a:t> and </a:t>
            </a:r>
            <a:r>
              <a:rPr lang="en-IN" sz="2800" b="1" dirty="0"/>
              <a:t>many-to-many (Student–</a:t>
            </a:r>
            <a:r>
              <a:rPr lang="en-IN" sz="2800" b="1" dirty="0" err="1"/>
              <a:t>JobRole</a:t>
            </a:r>
            <a:r>
              <a:rPr lang="en-IN" sz="2800" b="1" dirty="0"/>
              <a:t>)</a:t>
            </a:r>
            <a:r>
              <a:rPr lang="en-IN" sz="2800" dirty="0"/>
              <a:t> relationships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Implemented </a:t>
            </a:r>
            <a:r>
              <a:rPr lang="en-IN" sz="2800" b="1" dirty="0"/>
              <a:t>primary key, foreign key, and referential integrity constraints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Developed </a:t>
            </a:r>
            <a:r>
              <a:rPr lang="en-IN" sz="2800" b="1" dirty="0"/>
              <a:t>dynamic SQL-based eligibility verification and selection tracking system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Automated </a:t>
            </a:r>
            <a:r>
              <a:rPr lang="en-IN" sz="2800" b="1" dirty="0"/>
              <a:t>application status management (Applied, Shortlisted, Selected, Rejected)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Generated </a:t>
            </a:r>
            <a:r>
              <a:rPr lang="en-IN" sz="2800" b="1" dirty="0"/>
              <a:t>department-wise and company-wise placement reports using SQL queries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Created a </a:t>
            </a:r>
            <a:r>
              <a:rPr lang="en-IN" sz="2800" b="1" dirty="0"/>
              <a:t>scalable and structured Campus Recruitment Management System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01409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411</TotalTime>
  <Words>612</Words>
  <Application>Microsoft Macintosh PowerPoint</Application>
  <PresentationFormat>Custom</PresentationFormat>
  <Paragraphs>93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Nunito Semi Bold</vt:lpstr>
      <vt:lpstr>Aptos Display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Pranav Gupta</dc:creator>
  <cp:lastModifiedBy>ANSHUL CHOUDHARY (RA2411026011202)</cp:lastModifiedBy>
  <cp:revision>8</cp:revision>
  <dcterms:created xsi:type="dcterms:W3CDTF">2026-02-12T18:13:38Z</dcterms:created>
  <dcterms:modified xsi:type="dcterms:W3CDTF">2026-02-13T08:59:08Z</dcterms:modified>
</cp:coreProperties>
</file>